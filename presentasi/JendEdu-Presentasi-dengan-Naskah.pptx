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Dokumentator
[Berdiri tegak, senyum, tatap audiens] (jeda)
Coba angkat tangan, siapa di sini yang pernah merasa belajar itu mahal, jauh, dan ribet? (jeda) Hampir semua ya. Nah, itulah alasan kami membuat satu hal. [tunjuk layar] Perkenalkan: JendEdu.
JendEdu adalah website kursus online untuk siswa SD, SMP, dan SMA. Belajar kapan saja, di mana saja, dengan harga yang ramah di kantong.
Saya [Nama], dari Kelompok [Nomor], mewakili tim kami. Dalam beberapa menit ke depan, saya ajak Anda melihat apa yang kami bangun, bagaimana kami mengerjakannya bersama, dan hasil akhirnya.
Tapi sebelum bicara website, kita kenalan dulu dengan orang-orang di balik layar. [gestur mempersilakan] Mari kita mulai.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Dokumentator
Nah, setelah kenal JendEdu, sekarang kita kenalan dengan timnya. [tunjuk empat kartu dari kiri ke kanan] Kami berempat, dengan peran yang jelas.
Pertama, Coder 1, [Nama Anggota 1]. Beliau mengerjakan lima halaman inti: Beranda, Tentang Kami, Kursus, Galeri, dan Harga.
Kedua, Coder 2, [Nama Anggota 2]. Tugasnya menjaga kerangka situs: Navbar dan Footer, lalu halaman Kontak, serta seluruh Artikel dan Berita.
Ketiga, Reviewer, [Nama Anggota 3]. Ini penjaga kualitas. Tidak ada kode yang masuk tanpa diperiksa, dikomentari, dan baru di-approve setelah diperbaiki.
Dan yang keempat, saya sendiri, Dokumentator. [tunjuk kartu keempat] Saya menyusun profil bisnis dan timeline kerja sejak awal, menulis README, membuat dua versi presentasi ini lengkap dengan naskahnya, mengambil screenshot situs, dan ikut me-review serta meng-approve PR catatan review dari Reviewer. Singkatnya: semua yang dikerjakan tim, sayalah yang memastikan tercatat dan bisa dipahami orang lain. (jeda)
Empat peran, satu tujuan. Lalu, bisnis seperti apa yang kami bangun situsnya? Mari kita lihat profilnya.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Dokumentator
Sebelum masuk ke teknis, kita pahami dulu bisnisnya. [tunjuk kartu Visi dan Misi] JendEdu adalah bisnis kursus online untuk mata pelajaran SD, SMP, dan SMA.
Visi kami: pendidikan berkualitas yang terjangkau untuk semua siswa Indonesia. Misinya: menghadirkan kursus online interaktif dengan tutor berpengalaman. (jeda)
[Tunjuk empat kartu tengah] Nilai jual kami ada empat: tutor berpengalaman, video interaktif, Kurikulum Merdeka, dan belajar kapan saja.
[Tunjuk deretan harga] Model bisnisnya langganan bulanan: Paket SD Rp99.000, SMP Rp129.000, SMA Rp159.000, dan UTBK Intensif Rp249.000 per bulan.
Pasar yang kami tuju adalah siswa SD sampai SMA beserta orang tua di Indonesia. Kantor pusatnya fiktif, di Tebet, Jakarta Selatan.
Nah, siapa sebenarnya pengguna kami? Silakan, Coder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Coder 1
Terima kasih. [tunjuk dua kartu] Ada dua jenis pengguna yang kami bayangkan.
Pertama, Orang Tua. Mereka yang mengambil keputusan. Mereka mencari les yang terpercaya, mengecek harga dan testimoni dulu, dan sering membuka situs lewat HP. (jeda)
Kedua, Siswa. Mereka butuh materi yang sesuai jenjang, latihan, dan tryout, serta bisa belajar kapan saja dengan fleksibel.
[Tunjuk bagian bawah] Jadi satu situs harus melayani dua pengguna: yang membayar, dan yang belajar.
Dari sini, mari kita rangkum inti proyeknya.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Coder 1
[Nada bersemangat]
Terima kasih. Setelah tahu siapa penggunanya, sekarang kita rangkum inti proyeknya. [tunjuk kartu merah] Masalahnya: belajar yang bagus sering sulit diakses dan mahal. [tunjuk panah] Solusi kami: kursus online yang rapi dan terjangkau. (jeda)
Kursus kami mencakup tiga jenjang: SD, SMP, dan SMA. [tunjuk tiga ikon satu per satu]
Lalu lihat angka-angkanya, [tunjuk bagian bawah] karena angka itu bicara. Enam halaman utama. Enam konten berita dan artikel. Dan empat paket harga, mulai dari Rp99.000 per bulan.
Sederhana, tapi lengkap. Jadi orang tua bisa mengenal kami, memilih paket, dan langsung menghubungi, semuanya dalam satu situs.
Nah, seperti apa halaman-halamannya? Kita lihat satu per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Coder 2
Pertanyaan yang sering muncul: kenapa websitenya dibuat seperti ini? [tunjuk kolom kiri] Jawabannya, setiap fitur lahir dari kebutuhan bisnis. [ikuti panah dari kiri ke kanan]
Ada tiga jenjang, maka ada slider dan halaman kursus SD, SMP, SMA. Bisnisnya berlangganan, maka ada halaman Harga dengan empat paket dan tombol Daftar. (jeda)
Orang tua butuh percaya, maka ada testimoni, tim pengajar, dan galeri. Untuk edukasi dan agar mudah ditemukan di mesin pencari, ada tiga berita dan tiga artikel.
Agar pengunjung menjadi pendaftar, ada halaman Kontak dengan formulir, WhatsApp, dan peta. Dan karena banyak pengguna memakai ponsel, desainnya responsif dengan Bootstrap.
Jadi tidak ada fitur yang asal tempel. Sekarang kita lihat halaman-halamannya. Silakan, Coder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Coder 1
Nah, dengan alasan tadi, inilah peta situs kami. [tunjuk kartu-kartu] Ada delapan bagian, dan masing-masing punya tugas jelas.
Beranda menyambut pengunjung dengan slider dan kursus unggulan. Tentang Kami bercerita siapa kami. Kursus memuat daftar mata pelajaran. Galeri bisa difilter berdasarkan SD, SMP, atau SMA, tinggal klik. [peragakan klik]
Halaman Harga menampilkan empat paket: SD Rp99.000, SMP Rp129.000, SMA Rp159.000, dan UTBK Intensif Rp249.000 per bulan. (jeda)
Lalu ada Kontak dengan peta dan formulir, serta Berita dan Artikel agar situs terasa hidup.
[Tunjuk kotak screenshot di kanan] Di sini kita lihat contoh tampilan Beranda yang sebenarnya.
Pertanyaannya: apa yang ada di balik semua tampilan ini? Teknologinya. Silakan, Coder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Coder 2
Terima kasih. Kabar baiknya: kami tidak memakai teknologi yang rumit. [tunjuk delapan kartu]
Fondasinya HTML5 untuk struktur, dan CSS3 untuk tampilan. Di atasnya ada Bootstrap 3, yang membuat situs kami responsif, nyaman dibuka dari laptop maupun ponsel. (jeda)
Untuk interaksi, kami pakai jQuery. FlexSlider menggerakkan slider di Beranda, dan Fancybox memunculkan gambar galeri dalam pop-up yang cantik. Font Awesome memberi kami ikon.
Dan yang terakhir, paling penting untuk kerja tim: Git dan GitHub. [tunjuk kartu paling kanan bawah]
Tanpa Git, empat orang mengedit proyek yang sama itu resep kekacauan. Dengan Git, semuanya teratur.
Dan bagaimana keteraturan itu bekerja? Ini bagian favorit saya.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Dokumentator
Setelah tahu teknologinya, bagaimana urutan kami mengerjakannya? [tunjuk garis waktu dari kiri ke kanan] Delapan tahap, tanpa tanggal, hanya urutan.
Satu: analisis bisnis dan pembagian peran. Dua: setup repositori, fork, dan template, di branch chore/setup-template. Tiga: Coder 2 membuat navbar, footer, dan CSS bersama. (jeda)
Empat: Coder 1 dan Coder 2 mengerjakan halaman masing-masing secara paralel. [tunjuk dua warna di tahap empat] Lima: code review, komentar, dan perbaikan. Enam: approve dan merge ke main.
Tujuh: dokumentasi README dan presentasi. Delapan: review log dan presentasi akhir, termasuk catatan di review/review.md.
Urutan inilah yang kami jalankan lewat alur kerja GitHub. Silakan,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Reviewer
[Nada tegas, tunjuk diagram dari kiri atas]
Setelah tahu urutan pengerjaannya, ini dia rahasia kami bekerja rapi: alur kerja GitHub berbasis fork. Ikuti panahnya bersama saya.
Satu: Fork. Setiap anggota membuat salinan pribadi repositori Borayaa/JendEdu di akun GitHub-nya. Dua: Branch. Setiap fitur punya cabang sendiri. Tiga: Commit. Empat: Push ke fork, bukan ke repositori utama. Lima: buka Pull Request dari fork ke repositori utama. (jeda)
Dan di sinilah saya masuk. [tunjuk kotak enam] Review dan Komentar. Saya periksa kodenya, dan kalau ada yang kurang, saya tinggalkan komentar. Semua komentar saya didokumentasikan di file review/review.md.
[Tunjuk panah merah melingkar] Lalu penulis melakukan Perbaikan, push lagi ke fork yang sama, dan Pull Request ter-update otomatis. Kami ulangi sampai benar-benar layak. Baru setelah itu: Approve, dan Merge ke main.
[Tunjuk kotak screenshot] Di bawah ini bukti nyatanya, komentar dan tombol Approve di GitHub.
Prinsip kami sederhana: tidak ada yang push langsung ke main. Kualitas dulu, baru rilis.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Reviewer
Sekarang pertanyaan yang selalu muncul: siapa mengerjakan apa? Jawabannya ada di sini. [tunjuk baris demi baris]
Semua branch ini dikerjakan di fork masing-masing, lalu masuk lewat Pull Request. Coder 1 memegang enam branch: setup-template sebagai fondasi, lalu homepage, about, courses, gallery, dan pricing. Coder 2 memegang empat: navbar-footer, contact, posts, dan news. Dokumentator menangani branch docs/readme dan enam dokumen: README, dua file presentasi, naskah presenter, profil bisnis, dan screenshot situs. Reviewer menutup dengan branch docs/review-log.
Dan saya, Reviewer, tidak punya branch fitur. (jeda) Tugas saya memeriksa setiap Pull Request tadi, dan catatannya ada di review/review.md. Total dua belas branch, semuanya lewat review sebelum masuk.
[Tunjuk screenshot di kanan] Ini contoh PR sebenarnya dari fork: komentar saya, perbaikan dari penulis, lalu tombol Approve.
Kontribusi terbagi jelas, tidak ada yang menumpang nama. Dan hasilnya? Mari kita lihat situsnya langsung.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Coder 1
[Ambil napas, nada antusias] Inilah bagian yang kita tunggu: hasilnya.
[Tunjuk layar besar di kiri] Beranda JendEdu. Slider di atas, lalu Kursus Unggulan Kami. Kesan pertama yang bersih dan ramah.
[Tunjuk kanan atas] Halaman Harga: empat kartu paket yang mudah dibandingkan, jadi orang tua tidak perlu bingung.
[Tunjuk kanan bawah] Dan karena kebanyakan orang membuka lewat ponsel, kami pastikan tampilan mobile, lebar 375 piksel, tetap rapi.
[Opsional: beralih ke browser untuk demo langsung, klik filter Galeri SD, SMP, SMA] (jeda)
Semua yang tadi kita bahas, tim, teknologi, dan alur kerja, bermuara di sini: sebuah situs yang bisa dipakai nyata.
Tentu perjalanannya tidak mulus. Apa saja tantangannya?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Coder 2
[Nada jujur, santai] Perjalanan kami tidak selalu mulus. Ini tiga tantangannya, dan pelajarannya. [tunjuk baris demi baris]
Pertama, belajar Git, fork, dan Pull Request. Awalnya membingungkan, tetapi hasilnya kerja tim yang tertib, karena tidak ada yang push langsung ke main.
Kedua, menjaga navbar dan footer tetap konsisten di semua halaman. Solusinya satu CSS bersama dan checklist review. (jeda)
Ketiga, review menemukan kesalahan nyata, seperti tag yang tidak tertutup dan format harga yang tidak seragam. Semuanya terdokumentasi di review/review.md. Pelajarannya: review menjaga kualitas sebelum rilis.
Dari tantangan itulah kami belajar. Sekarang kita menuju penutup.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Pembicara: Dokumentator
[Kembali ke tengah, tatap audiens] Kita sudah melihat bisnis, tim, teknologi, alur kerja, dan hasilnya. (jeda)
Kalau ada satu hal yang ingin saya tinggalkan: proyek yang bagus bukan hanya soal kode yang jalan, tetapi tentang kerja sama yang tertib. Empat orang, satu repositori, nol kekacauan.
[Tunjuk tautan repo] Seluruh kode ada di GitHub, silakan dicek, dikomentari, bahkan dicoba.
Terima kasih atas perhatiannya. (jeda)
Sekarang giliran Anda. [buka tangan, senyum] Ada pertanyaan? Silakan, tidak ada pertanyaan yang salah.
[Seluruh anggota tim siap menjawab sesuai peran: Coder untuk teknis, Reviewer untuk alur review, Dokumentator untuk dokumentasi.]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SI">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rgbClr val="0F7F6A"/>
                </a:solidFill>
              </a:defRPr>
            </a:lvl1pPr>
          </a:lstStyle>
          <a:p>
            <a:pPr algn="l" indent="0" marL="0">
              <a:buNone/>
            </a:pPr>
            <a:endParaRPr lang="en-US" sz="3000" dirty="0"/>
          </a:p>
        </p:txBody>
      </p:sp>
      <p:sp>
        <p:nvSpPr>
          <p:cNvPr id="3" name="Text 0"/>
          <p:cNvSpPr/>
          <p:nvPr/>
        </p:nvSpPr>
        <p:spPr>
          <a:xfrm>
            <a:off x="457200" y="4828032"/>
            <a:ext cx="1828800" cy="228600"/>
          </a:xfrm>
          <a:prstGeom prst="rect">
            <a:avLst/>
          </a:prstGeom>
          <a:noFill/>
          <a:ln/>
        </p:spPr>
        <p:txBody>
          <a:bodyPr wrap="square" lIns="0" tIns="0" rIns="0" bIns="0" rtlCol="0" anchor="ctr"/>
          <a:lstStyle/>
          <a:p>
            <a:pPr indent="0" marL="0">
              <a:buNone/>
            </a:pPr>
            <a:r>
              <a:rPr lang="en-US" sz="1000" dirty="0">
                <a:solidFill>
                  <a:srgbClr val="6B6B6B"/>
                </a:solidFill>
              </a:rPr>
              <a:t>JendEdu</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LAP">
    <p:bg>
      <p:bgPr>
        <a:solidFill>
          <a:srgbClr val="0F7F6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2.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3.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home/boraya/01.Personal/02.Boraya/05.Code/JendEdu-template/img/slides/1.jpg">    </p:cNvPr>
          <p:cNvPicPr>
            <a:picLocks noChangeAspect="1"/>
          </p:cNvPicPr>
          <p:nvPr/>
        </p:nvPicPr>
        <p:blipFill>
          <a:blip r:embed="rId1"/>
          <a:srcRect l="0" r="0" t="0" b="0"/>
          <a:stretch/>
        </p:blipFill>
        <p:spPr>
          <a:xfrm>
            <a:off x="4572000" y="0"/>
            <a:ext cx="4572000" cy="5143500"/>
          </a:xfrm>
          <a:prstGeom prst="rect">
            <a:avLst/>
          </a:prstGeom>
        </p:spPr>
      </p:pic>
      <p:sp>
        <p:nvSpPr>
          <p:cNvPr id="4" name="Shape 0"/>
          <p:cNvSpPr/>
          <p:nvPr/>
        </p:nvSpPr>
        <p:spPr>
          <a:xfrm>
            <a:off x="4572000" y="0"/>
            <a:ext cx="4572000" cy="5143500"/>
          </a:xfrm>
          <a:prstGeom prst="rect">
            <a:avLst/>
          </a:prstGeom>
          <a:solidFill>
            <a:srgbClr val="0F7F6A">
              <a:alpha val="45000"/>
            </a:srgbClr>
          </a:solidFill>
          <a:ln w="12700">
            <a:solidFill>
              <a:srgbClr val="0F7F6A"/>
            </a:solidFill>
            <a:prstDash val="solid"/>
          </a:ln>
        </p:spPr>
      </p:sp>
      <p:sp>
        <p:nvSpPr>
          <p:cNvPr id="5" name="Shape 1"/>
          <p:cNvSpPr/>
          <p:nvPr/>
        </p:nvSpPr>
        <p:spPr>
          <a:xfrm>
            <a:off x="457200" y="457200"/>
            <a:ext cx="1737360" cy="658368"/>
          </a:xfrm>
          <a:prstGeom prst="roundRect">
            <a:avLst>
              <a:gd name="adj" fmla="val 20833"/>
            </a:avLst>
          </a:prstGeom>
          <a:solidFill>
            <a:srgbClr val="FFFFFF"/>
          </a:solidFill>
          <a:ln w="12700">
            <a:solidFill>
              <a:srgbClr val="FFFFFF"/>
            </a:solidFill>
            <a:prstDash val="solid"/>
          </a:ln>
        </p:spPr>
      </p:sp>
      <p:pic>
        <p:nvPicPr>
          <p:cNvPr id="6" name="Image 1" descr="/home/boraya/01.Personal/02.Boraya/05.Code/JendEdu-template/img/logo.png">    </p:cNvPr>
          <p:cNvPicPr>
            <a:picLocks noChangeAspect="1"/>
          </p:cNvPicPr>
          <p:nvPr/>
        </p:nvPicPr>
        <p:blipFill>
          <a:blip r:embed="rId2"/>
          <a:stretch>
            <a:fillRect/>
          </a:stretch>
        </p:blipFill>
        <p:spPr>
          <a:xfrm>
            <a:off x="640080" y="566928"/>
            <a:ext cx="1371600" cy="384048"/>
          </a:xfrm>
          <a:prstGeom prst="rect">
            <a:avLst/>
          </a:prstGeom>
        </p:spPr>
      </p:pic>
      <p:sp>
        <p:nvSpPr>
          <p:cNvPr id="7" name="Text 2"/>
          <p:cNvSpPr txBox="1"/>
          <p:nvPr/>
        </p:nvSpPr>
        <p:spPr>
          <a:xfrm>
            <a:off x="457200" y="1417320"/>
            <a:ext cx="4206240" cy="109728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JendEdu</a:t>
            </a:r>
            <a:endParaRPr lang="en-US" sz="6600" dirty="0"/>
          </a:p>
        </p:txBody>
      </p:sp>
      <p:sp>
        <p:nvSpPr>
          <p:cNvPr id="8" name="Text 3"/>
          <p:cNvSpPr txBox="1"/>
          <p:nvPr/>
        </p:nvSpPr>
        <p:spPr>
          <a:xfrm>
            <a:off x="457200" y="2560320"/>
            <a:ext cx="4206240" cy="36576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Website Kursus Online</a:t>
            </a:r>
            <a:endParaRPr lang="en-US" sz="2000" dirty="0"/>
          </a:p>
        </p:txBody>
      </p:sp>
      <p:sp>
        <p:nvSpPr>
          <p:cNvPr id="9" name="Text 4"/>
          <p:cNvSpPr txBox="1"/>
          <p:nvPr/>
        </p:nvSpPr>
        <p:spPr>
          <a:xfrm>
            <a:off x="457200" y="2926080"/>
            <a:ext cx="4206240" cy="365760"/>
          </a:xfrm>
          <a:prstGeom prst="rect">
            <a:avLst/>
          </a:prstGeom>
          <a:noFill/>
          <a:ln/>
        </p:spPr>
        <p:txBody>
          <a:bodyPr wrap="square" lIns="0" tIns="0" rIns="0" bIns="0" rtlCol="0" anchor="ctr"/>
          <a:lstStyle/>
          <a:p>
            <a:pPr indent="0" marL="0">
              <a:buNone/>
            </a:pPr>
            <a:r>
              <a:rPr lang="en-US" sz="2000" b="1" dirty="0">
                <a:solidFill>
                  <a:srgbClr val="CFF3EA"/>
                </a:solidFill>
                <a:latin typeface="Calibri" pitchFamily="34" charset="0"/>
                <a:ea typeface="Calibri" pitchFamily="34" charset="-122"/>
                <a:cs typeface="Calibri" pitchFamily="34" charset="-120"/>
              </a:rPr>
              <a:t>SD • SMP • SMA</a:t>
            </a:r>
            <a:endParaRPr lang="en-US" sz="2000" dirty="0"/>
          </a:p>
        </p:txBody>
      </p:sp>
      <p:sp>
        <p:nvSpPr>
          <p:cNvPr id="10" name="Shape 5"/>
          <p:cNvSpPr/>
          <p:nvPr/>
        </p:nvSpPr>
        <p:spPr>
          <a:xfrm>
            <a:off x="457200" y="3520440"/>
            <a:ext cx="731520" cy="310896"/>
          </a:xfrm>
          <a:prstGeom prst="roundRect">
            <a:avLst>
              <a:gd name="adj" fmla="val 41176"/>
            </a:avLst>
          </a:prstGeom>
          <a:solidFill>
            <a:srgbClr val="61B331"/>
          </a:solidFill>
          <a:ln w="12700">
            <a:solidFill>
              <a:srgbClr val="61B331"/>
            </a:solidFill>
            <a:prstDash val="solid"/>
          </a:ln>
        </p:spPr>
      </p:sp>
      <p:sp>
        <p:nvSpPr>
          <p:cNvPr id="11" name="Text 6"/>
          <p:cNvSpPr txBox="1"/>
          <p:nvPr/>
        </p:nvSpPr>
        <p:spPr>
          <a:xfrm>
            <a:off x="457200" y="3520440"/>
            <a:ext cx="7315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SD</a:t>
            </a:r>
            <a:endParaRPr lang="en-US" sz="1200" dirty="0"/>
          </a:p>
        </p:txBody>
      </p:sp>
      <p:sp>
        <p:nvSpPr>
          <p:cNvPr id="12" name="Shape 7"/>
          <p:cNvSpPr/>
          <p:nvPr/>
        </p:nvSpPr>
        <p:spPr>
          <a:xfrm>
            <a:off x="1280160" y="3520440"/>
            <a:ext cx="731520" cy="310896"/>
          </a:xfrm>
          <a:prstGeom prst="roundRect">
            <a:avLst>
              <a:gd name="adj" fmla="val 41176"/>
            </a:avLst>
          </a:prstGeom>
          <a:solidFill>
            <a:srgbClr val="2FA4E7"/>
          </a:solidFill>
          <a:ln w="12700">
            <a:solidFill>
              <a:srgbClr val="2FA4E7"/>
            </a:solidFill>
            <a:prstDash val="solid"/>
          </a:ln>
        </p:spPr>
      </p:sp>
      <p:sp>
        <p:nvSpPr>
          <p:cNvPr id="13" name="Text 8"/>
          <p:cNvSpPr txBox="1"/>
          <p:nvPr/>
        </p:nvSpPr>
        <p:spPr>
          <a:xfrm>
            <a:off x="1280160" y="3520440"/>
            <a:ext cx="7315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SMP</a:t>
            </a:r>
            <a:endParaRPr lang="en-US" sz="1200" dirty="0"/>
          </a:p>
        </p:txBody>
      </p:sp>
      <p:sp>
        <p:nvSpPr>
          <p:cNvPr id="14" name="Shape 9"/>
          <p:cNvSpPr/>
          <p:nvPr/>
        </p:nvSpPr>
        <p:spPr>
          <a:xfrm>
            <a:off x="2103120" y="3520440"/>
            <a:ext cx="731520" cy="310896"/>
          </a:xfrm>
          <a:prstGeom prst="roundRect">
            <a:avLst>
              <a:gd name="adj" fmla="val 41176"/>
            </a:avLst>
          </a:prstGeom>
          <a:solidFill>
            <a:srgbClr val="E9573F"/>
          </a:solidFill>
          <a:ln w="12700">
            <a:solidFill>
              <a:srgbClr val="E9573F"/>
            </a:solidFill>
            <a:prstDash val="solid"/>
          </a:ln>
        </p:spPr>
      </p:sp>
      <p:sp>
        <p:nvSpPr>
          <p:cNvPr id="15" name="Text 10"/>
          <p:cNvSpPr txBox="1"/>
          <p:nvPr/>
        </p:nvSpPr>
        <p:spPr>
          <a:xfrm>
            <a:off x="2103120" y="3520440"/>
            <a:ext cx="731520"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SMA</a:t>
            </a:r>
            <a:endParaRPr lang="en-US" sz="1200" dirty="0"/>
          </a:p>
        </p:txBody>
      </p:sp>
      <p:sp>
        <p:nvSpPr>
          <p:cNvPr id="16" name="Text 11"/>
          <p:cNvSpPr txBox="1"/>
          <p:nvPr/>
        </p:nvSpPr>
        <p:spPr>
          <a:xfrm>
            <a:off x="457200" y="4297680"/>
            <a:ext cx="4114800" cy="457200"/>
          </a:xfrm>
          <a:prstGeom prst="rect">
            <a:avLst/>
          </a:prstGeom>
          <a:noFill/>
          <a:ln/>
        </p:spPr>
        <p:txBody>
          <a:bodyPr wrap="square" lIns="0" tIns="0" rIns="0" bIns="0" rtlCol="0" anchor="ctr"/>
          <a:lstStyle/>
          <a:p>
            <a:pPr indent="0" marL="0">
              <a:buNone/>
            </a:pPr>
            <a:r>
              <a:rPr lang="en-US" sz="1200" dirty="0">
                <a:solidFill>
                  <a:srgbClr val="CFF3EA"/>
                </a:solidFill>
                <a:latin typeface="Calibri" pitchFamily="34" charset="0"/>
                <a:ea typeface="Calibri" pitchFamily="34" charset="-122"/>
                <a:cs typeface="Calibri" pitchFamily="34" charset="-120"/>
              </a:rPr>
              <a:t>Kelompok [Nomor]  •  Kelas [Nama Kelas]  •  [Mata Kuliah]</a:t>
            </a:r>
            <a:endParaRPr lang="en-US" sz="1200" dirty="0"/>
          </a:p>
        </p:txBody>
      </p:sp>
      <p:sp>
        <p:nvSpPr>
          <p:cNvPr id="17"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Anggota Tim &amp; Peran</a:t>
            </a:r>
            <a:endParaRPr lang="en-US" sz="3000" dirty="0"/>
          </a:p>
        </p:txBody>
      </p:sp>
      <p:sp>
        <p:nvSpPr>
          <p:cNvPr id="4" name="Kartu Coder 1"/>
          <p:cNvSpPr/>
          <p:nvPr/>
        </p:nvSpPr>
        <p:spPr>
          <a:xfrm>
            <a:off x="457200" y="1097280"/>
            <a:ext cx="1920240" cy="3611880"/>
          </a:xfrm>
          <a:prstGeom prst="roundRect">
            <a:avLst>
              <a:gd name="adj" fmla="val 5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1005840" y="1280160"/>
            <a:ext cx="822960" cy="822960"/>
          </a:xfrm>
          <a:prstGeom prst="ellipse">
            <a:avLst/>
          </a:prstGeom>
          <a:solidFill>
            <a:srgbClr val="14A085"/>
          </a:solidFill>
          <a:ln w="12700">
            <a:solidFill>
              <a:srgbClr val="14A085"/>
            </a:solidFill>
            <a:prstDash val="solid"/>
          </a:ln>
        </p:spPr>
      </p:sp>
      <p:pic>
        <p:nvPicPr>
          <p:cNvPr id="6" name="Image 0" descr="preencoded.png">    </p:cNvPr>
          <p:cNvPicPr>
            <a:picLocks noChangeAspect="1"/>
          </p:cNvPicPr>
          <p:nvPr/>
        </p:nvPicPr>
        <p:blipFill>
          <a:blip r:embed="rId1"/>
          <a:stretch>
            <a:fillRect/>
          </a:stretch>
        </p:blipFill>
        <p:spPr>
          <a:xfrm>
            <a:off x="1234440" y="1481328"/>
            <a:ext cx="365760" cy="365760"/>
          </a:xfrm>
          <a:prstGeom prst="rect">
            <a:avLst/>
          </a:prstGeom>
        </p:spPr>
      </p:pic>
      <p:sp>
        <p:nvSpPr>
          <p:cNvPr id="7" name="Text 3"/>
          <p:cNvSpPr txBox="1"/>
          <p:nvPr/>
        </p:nvSpPr>
        <p:spPr>
          <a:xfrm>
            <a:off x="457200" y="2194560"/>
            <a:ext cx="1920240" cy="274320"/>
          </a:xfrm>
          <a:prstGeom prst="rect">
            <a:avLst/>
          </a:prstGeom>
          <a:noFill/>
          <a:ln/>
        </p:spPr>
        <p:txBody>
          <a:bodyPr wrap="square" lIns="0" tIns="0" rIns="0" bIns="0" rtlCol="0" anchor="ctr"/>
          <a:lstStyle/>
          <a:p>
            <a:pPr algn="ctr" indent="0" marL="0">
              <a:buNone/>
            </a:pPr>
            <a:r>
              <a:rPr lang="en-US" sz="1300" b="1" dirty="0">
                <a:solidFill>
                  <a:srgbClr val="333333"/>
                </a:solidFill>
                <a:latin typeface="Calibri" pitchFamily="34" charset="0"/>
                <a:ea typeface="Calibri" pitchFamily="34" charset="-122"/>
                <a:cs typeface="Calibri" pitchFamily="34" charset="-120"/>
              </a:rPr>
              <a:t>[Nama Anggota 1]</a:t>
            </a:r>
            <a:endParaRPr lang="en-US" sz="1300" dirty="0"/>
          </a:p>
        </p:txBody>
      </p:sp>
      <p:sp>
        <p:nvSpPr>
          <p:cNvPr id="8" name="Text 4"/>
          <p:cNvSpPr txBox="1"/>
          <p:nvPr/>
        </p:nvSpPr>
        <p:spPr>
          <a:xfrm>
            <a:off x="457200" y="2468880"/>
            <a:ext cx="1920240" cy="22860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@username-1</a:t>
            </a:r>
            <a:endParaRPr lang="en-US" sz="1100" dirty="0"/>
          </a:p>
        </p:txBody>
      </p:sp>
      <p:sp>
        <p:nvSpPr>
          <p:cNvPr id="9" name="Shape 5"/>
          <p:cNvSpPr/>
          <p:nvPr/>
        </p:nvSpPr>
        <p:spPr>
          <a:xfrm>
            <a:off x="731520" y="2788920"/>
            <a:ext cx="1371600" cy="292608"/>
          </a:xfrm>
          <a:prstGeom prst="roundRect">
            <a:avLst>
              <a:gd name="adj" fmla="val 43750"/>
            </a:avLst>
          </a:prstGeom>
          <a:solidFill>
            <a:srgbClr val="14A085"/>
          </a:solidFill>
          <a:ln w="12700">
            <a:solidFill>
              <a:srgbClr val="14A085"/>
            </a:solidFill>
            <a:prstDash val="solid"/>
          </a:ln>
        </p:spPr>
      </p:sp>
      <p:sp>
        <p:nvSpPr>
          <p:cNvPr id="10" name="Text 6"/>
          <p:cNvSpPr txBox="1"/>
          <p:nvPr/>
        </p:nvSpPr>
        <p:spPr>
          <a:xfrm>
            <a:off x="731520" y="2788920"/>
            <a:ext cx="13716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Coder 1</a:t>
            </a:r>
            <a:endParaRPr lang="en-US" sz="1200" dirty="0"/>
          </a:p>
        </p:txBody>
      </p:sp>
      <p:sp>
        <p:nvSpPr>
          <p:cNvPr id="11" name="Shape 7"/>
          <p:cNvSpPr/>
          <p:nvPr/>
        </p:nvSpPr>
        <p:spPr>
          <a:xfrm>
            <a:off x="548640" y="3200400"/>
            <a:ext cx="841248" cy="365760"/>
          </a:xfrm>
          <a:prstGeom prst="roundRect">
            <a:avLst>
              <a:gd name="adj" fmla="val 25000"/>
            </a:avLst>
          </a:prstGeom>
          <a:solidFill>
            <a:srgbClr val="EFEFEF"/>
          </a:solidFill>
          <a:ln w="12700">
            <a:solidFill>
              <a:srgbClr val="EFEFEF"/>
            </a:solidFill>
            <a:prstDash val="solid"/>
          </a:ln>
        </p:spPr>
      </p:sp>
      <p:sp>
        <p:nvSpPr>
          <p:cNvPr id="12" name="Text 8"/>
          <p:cNvSpPr txBox="1"/>
          <p:nvPr/>
        </p:nvSpPr>
        <p:spPr>
          <a:xfrm>
            <a:off x="548640" y="32004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Beranda</a:t>
            </a:r>
            <a:endParaRPr lang="en-US" sz="1000" dirty="0"/>
          </a:p>
        </p:txBody>
      </p:sp>
      <p:sp>
        <p:nvSpPr>
          <p:cNvPr id="13" name="Shape 9"/>
          <p:cNvSpPr/>
          <p:nvPr/>
        </p:nvSpPr>
        <p:spPr>
          <a:xfrm>
            <a:off x="1463040" y="3200400"/>
            <a:ext cx="841248" cy="365760"/>
          </a:xfrm>
          <a:prstGeom prst="roundRect">
            <a:avLst>
              <a:gd name="adj" fmla="val 25000"/>
            </a:avLst>
          </a:prstGeom>
          <a:solidFill>
            <a:srgbClr val="EFEFEF"/>
          </a:solidFill>
          <a:ln w="12700">
            <a:solidFill>
              <a:srgbClr val="EFEFEF"/>
            </a:solidFill>
            <a:prstDash val="solid"/>
          </a:ln>
        </p:spPr>
      </p:sp>
      <p:sp>
        <p:nvSpPr>
          <p:cNvPr id="14" name="Text 10"/>
          <p:cNvSpPr txBox="1"/>
          <p:nvPr/>
        </p:nvSpPr>
        <p:spPr>
          <a:xfrm>
            <a:off x="1463040" y="32004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Tentang Kami</a:t>
            </a:r>
            <a:endParaRPr lang="en-US" sz="1000" dirty="0"/>
          </a:p>
        </p:txBody>
      </p:sp>
      <p:sp>
        <p:nvSpPr>
          <p:cNvPr id="15" name="Shape 11"/>
          <p:cNvSpPr/>
          <p:nvPr/>
        </p:nvSpPr>
        <p:spPr>
          <a:xfrm>
            <a:off x="548640" y="3657600"/>
            <a:ext cx="841248" cy="365760"/>
          </a:xfrm>
          <a:prstGeom prst="roundRect">
            <a:avLst>
              <a:gd name="adj" fmla="val 25000"/>
            </a:avLst>
          </a:prstGeom>
          <a:solidFill>
            <a:srgbClr val="EFEFEF"/>
          </a:solidFill>
          <a:ln w="12700">
            <a:solidFill>
              <a:srgbClr val="EFEFEF"/>
            </a:solidFill>
            <a:prstDash val="solid"/>
          </a:ln>
        </p:spPr>
      </p:sp>
      <p:sp>
        <p:nvSpPr>
          <p:cNvPr id="16" name="Text 12"/>
          <p:cNvSpPr txBox="1"/>
          <p:nvPr/>
        </p:nvSpPr>
        <p:spPr>
          <a:xfrm>
            <a:off x="548640" y="36576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Kursus</a:t>
            </a:r>
            <a:endParaRPr lang="en-US" sz="1000" dirty="0"/>
          </a:p>
        </p:txBody>
      </p:sp>
      <p:sp>
        <p:nvSpPr>
          <p:cNvPr id="17" name="Shape 13"/>
          <p:cNvSpPr/>
          <p:nvPr/>
        </p:nvSpPr>
        <p:spPr>
          <a:xfrm>
            <a:off x="1463040" y="3657600"/>
            <a:ext cx="841248" cy="365760"/>
          </a:xfrm>
          <a:prstGeom prst="roundRect">
            <a:avLst>
              <a:gd name="adj" fmla="val 25000"/>
            </a:avLst>
          </a:prstGeom>
          <a:solidFill>
            <a:srgbClr val="EFEFEF"/>
          </a:solidFill>
          <a:ln w="12700">
            <a:solidFill>
              <a:srgbClr val="EFEFEF"/>
            </a:solidFill>
            <a:prstDash val="solid"/>
          </a:ln>
        </p:spPr>
      </p:sp>
      <p:sp>
        <p:nvSpPr>
          <p:cNvPr id="18" name="Text 14"/>
          <p:cNvSpPr txBox="1"/>
          <p:nvPr/>
        </p:nvSpPr>
        <p:spPr>
          <a:xfrm>
            <a:off x="1463040" y="36576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Galeri</a:t>
            </a:r>
            <a:endParaRPr lang="en-US" sz="1000" dirty="0"/>
          </a:p>
        </p:txBody>
      </p:sp>
      <p:sp>
        <p:nvSpPr>
          <p:cNvPr id="19" name="Shape 15"/>
          <p:cNvSpPr/>
          <p:nvPr/>
        </p:nvSpPr>
        <p:spPr>
          <a:xfrm>
            <a:off x="548640" y="4114800"/>
            <a:ext cx="841248" cy="365760"/>
          </a:xfrm>
          <a:prstGeom prst="roundRect">
            <a:avLst>
              <a:gd name="adj" fmla="val 25000"/>
            </a:avLst>
          </a:prstGeom>
          <a:solidFill>
            <a:srgbClr val="EFEFEF"/>
          </a:solidFill>
          <a:ln w="12700">
            <a:solidFill>
              <a:srgbClr val="EFEFEF"/>
            </a:solidFill>
            <a:prstDash val="solid"/>
          </a:ln>
        </p:spPr>
      </p:sp>
      <p:sp>
        <p:nvSpPr>
          <p:cNvPr id="20" name="Text 16"/>
          <p:cNvSpPr txBox="1"/>
          <p:nvPr/>
        </p:nvSpPr>
        <p:spPr>
          <a:xfrm>
            <a:off x="548640" y="41148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Harga</a:t>
            </a:r>
            <a:endParaRPr lang="en-US" sz="1000" dirty="0"/>
          </a:p>
        </p:txBody>
      </p:sp>
      <p:sp>
        <p:nvSpPr>
          <p:cNvPr id="21" name="Kartu Coder 2"/>
          <p:cNvSpPr/>
          <p:nvPr/>
        </p:nvSpPr>
        <p:spPr>
          <a:xfrm>
            <a:off x="2560320" y="1097280"/>
            <a:ext cx="1920240" cy="3611880"/>
          </a:xfrm>
          <a:prstGeom prst="roundRect">
            <a:avLst>
              <a:gd name="adj" fmla="val 5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8"/>
          <p:cNvSpPr/>
          <p:nvPr/>
        </p:nvSpPr>
        <p:spPr>
          <a:xfrm>
            <a:off x="3108960" y="1280160"/>
            <a:ext cx="822960" cy="822960"/>
          </a:xfrm>
          <a:prstGeom prst="ellipse">
            <a:avLst/>
          </a:prstGeom>
          <a:solidFill>
            <a:srgbClr val="2FA4E7"/>
          </a:solidFill>
          <a:ln w="12700">
            <a:solidFill>
              <a:srgbClr val="2FA4E7"/>
            </a:solidFill>
            <a:prstDash val="solid"/>
          </a:ln>
        </p:spPr>
      </p:sp>
      <p:pic>
        <p:nvPicPr>
          <p:cNvPr id="23" name="Image 1" descr="preencoded.png">    </p:cNvPr>
          <p:cNvPicPr>
            <a:picLocks noChangeAspect="1"/>
          </p:cNvPicPr>
          <p:nvPr/>
        </p:nvPicPr>
        <p:blipFill>
          <a:blip r:embed="rId2"/>
          <a:stretch>
            <a:fillRect/>
          </a:stretch>
        </p:blipFill>
        <p:spPr>
          <a:xfrm>
            <a:off x="3337560" y="1481328"/>
            <a:ext cx="365760" cy="365760"/>
          </a:xfrm>
          <a:prstGeom prst="rect">
            <a:avLst/>
          </a:prstGeom>
        </p:spPr>
      </p:pic>
      <p:sp>
        <p:nvSpPr>
          <p:cNvPr id="24" name="Text 19"/>
          <p:cNvSpPr txBox="1"/>
          <p:nvPr/>
        </p:nvSpPr>
        <p:spPr>
          <a:xfrm>
            <a:off x="2560320" y="2194560"/>
            <a:ext cx="1920240" cy="274320"/>
          </a:xfrm>
          <a:prstGeom prst="rect">
            <a:avLst/>
          </a:prstGeom>
          <a:noFill/>
          <a:ln/>
        </p:spPr>
        <p:txBody>
          <a:bodyPr wrap="square" lIns="0" tIns="0" rIns="0" bIns="0" rtlCol="0" anchor="ctr"/>
          <a:lstStyle/>
          <a:p>
            <a:pPr algn="ctr" indent="0" marL="0">
              <a:buNone/>
            </a:pPr>
            <a:r>
              <a:rPr lang="en-US" sz="1300" b="1" dirty="0">
                <a:solidFill>
                  <a:srgbClr val="333333"/>
                </a:solidFill>
                <a:latin typeface="Calibri" pitchFamily="34" charset="0"/>
                <a:ea typeface="Calibri" pitchFamily="34" charset="-122"/>
                <a:cs typeface="Calibri" pitchFamily="34" charset="-120"/>
              </a:rPr>
              <a:t>[Nama Anggota 2]</a:t>
            </a:r>
            <a:endParaRPr lang="en-US" sz="1300" dirty="0"/>
          </a:p>
        </p:txBody>
      </p:sp>
      <p:sp>
        <p:nvSpPr>
          <p:cNvPr id="25" name="Text 20"/>
          <p:cNvSpPr txBox="1"/>
          <p:nvPr/>
        </p:nvSpPr>
        <p:spPr>
          <a:xfrm>
            <a:off x="2560320" y="2468880"/>
            <a:ext cx="1920240" cy="22860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@username-2</a:t>
            </a:r>
            <a:endParaRPr lang="en-US" sz="1100" dirty="0"/>
          </a:p>
        </p:txBody>
      </p:sp>
      <p:sp>
        <p:nvSpPr>
          <p:cNvPr id="26" name="Shape 21"/>
          <p:cNvSpPr/>
          <p:nvPr/>
        </p:nvSpPr>
        <p:spPr>
          <a:xfrm>
            <a:off x="2834640" y="2788920"/>
            <a:ext cx="1371600" cy="292608"/>
          </a:xfrm>
          <a:prstGeom prst="roundRect">
            <a:avLst>
              <a:gd name="adj" fmla="val 43750"/>
            </a:avLst>
          </a:prstGeom>
          <a:solidFill>
            <a:srgbClr val="2FA4E7"/>
          </a:solidFill>
          <a:ln w="12700">
            <a:solidFill>
              <a:srgbClr val="2FA4E7"/>
            </a:solidFill>
            <a:prstDash val="solid"/>
          </a:ln>
        </p:spPr>
      </p:sp>
      <p:sp>
        <p:nvSpPr>
          <p:cNvPr id="27" name="Text 22"/>
          <p:cNvSpPr txBox="1"/>
          <p:nvPr/>
        </p:nvSpPr>
        <p:spPr>
          <a:xfrm>
            <a:off x="2834640" y="2788920"/>
            <a:ext cx="13716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Coder 2</a:t>
            </a:r>
            <a:endParaRPr lang="en-US" sz="1200" dirty="0"/>
          </a:p>
        </p:txBody>
      </p:sp>
      <p:sp>
        <p:nvSpPr>
          <p:cNvPr id="28" name="Shape 23"/>
          <p:cNvSpPr/>
          <p:nvPr/>
        </p:nvSpPr>
        <p:spPr>
          <a:xfrm>
            <a:off x="2651760" y="3200400"/>
            <a:ext cx="841248" cy="365760"/>
          </a:xfrm>
          <a:prstGeom prst="roundRect">
            <a:avLst>
              <a:gd name="adj" fmla="val 25000"/>
            </a:avLst>
          </a:prstGeom>
          <a:solidFill>
            <a:srgbClr val="EFEFEF"/>
          </a:solidFill>
          <a:ln w="12700">
            <a:solidFill>
              <a:srgbClr val="EFEFEF"/>
            </a:solidFill>
            <a:prstDash val="solid"/>
          </a:ln>
        </p:spPr>
      </p:sp>
      <p:sp>
        <p:nvSpPr>
          <p:cNvPr id="29" name="Text 24"/>
          <p:cNvSpPr txBox="1"/>
          <p:nvPr/>
        </p:nvSpPr>
        <p:spPr>
          <a:xfrm>
            <a:off x="2651760" y="32004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Navbar</a:t>
            </a:r>
            <a:endParaRPr lang="en-US" sz="1000" dirty="0"/>
          </a:p>
        </p:txBody>
      </p:sp>
      <p:sp>
        <p:nvSpPr>
          <p:cNvPr id="30" name="Shape 25"/>
          <p:cNvSpPr/>
          <p:nvPr/>
        </p:nvSpPr>
        <p:spPr>
          <a:xfrm>
            <a:off x="3566160" y="3200400"/>
            <a:ext cx="841248" cy="365760"/>
          </a:xfrm>
          <a:prstGeom prst="roundRect">
            <a:avLst>
              <a:gd name="adj" fmla="val 25000"/>
            </a:avLst>
          </a:prstGeom>
          <a:solidFill>
            <a:srgbClr val="EFEFEF"/>
          </a:solidFill>
          <a:ln w="12700">
            <a:solidFill>
              <a:srgbClr val="EFEFEF"/>
            </a:solidFill>
            <a:prstDash val="solid"/>
          </a:ln>
        </p:spPr>
      </p:sp>
      <p:sp>
        <p:nvSpPr>
          <p:cNvPr id="31" name="Text 26"/>
          <p:cNvSpPr txBox="1"/>
          <p:nvPr/>
        </p:nvSpPr>
        <p:spPr>
          <a:xfrm>
            <a:off x="3566160" y="32004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Footer</a:t>
            </a:r>
            <a:endParaRPr lang="en-US" sz="1000" dirty="0"/>
          </a:p>
        </p:txBody>
      </p:sp>
      <p:sp>
        <p:nvSpPr>
          <p:cNvPr id="32" name="Shape 27"/>
          <p:cNvSpPr/>
          <p:nvPr/>
        </p:nvSpPr>
        <p:spPr>
          <a:xfrm>
            <a:off x="2651760" y="3657600"/>
            <a:ext cx="841248" cy="365760"/>
          </a:xfrm>
          <a:prstGeom prst="roundRect">
            <a:avLst>
              <a:gd name="adj" fmla="val 25000"/>
            </a:avLst>
          </a:prstGeom>
          <a:solidFill>
            <a:srgbClr val="EFEFEF"/>
          </a:solidFill>
          <a:ln w="12700">
            <a:solidFill>
              <a:srgbClr val="EFEFEF"/>
            </a:solidFill>
            <a:prstDash val="solid"/>
          </a:ln>
        </p:spPr>
      </p:sp>
      <p:sp>
        <p:nvSpPr>
          <p:cNvPr id="33" name="Text 28"/>
          <p:cNvSpPr txBox="1"/>
          <p:nvPr/>
        </p:nvSpPr>
        <p:spPr>
          <a:xfrm>
            <a:off x="2651760" y="36576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Kontak</a:t>
            </a:r>
            <a:endParaRPr lang="en-US" sz="1000" dirty="0"/>
          </a:p>
        </p:txBody>
      </p:sp>
      <p:sp>
        <p:nvSpPr>
          <p:cNvPr id="34" name="Shape 29"/>
          <p:cNvSpPr/>
          <p:nvPr/>
        </p:nvSpPr>
        <p:spPr>
          <a:xfrm>
            <a:off x="3566160" y="3657600"/>
            <a:ext cx="841248" cy="365760"/>
          </a:xfrm>
          <a:prstGeom prst="roundRect">
            <a:avLst>
              <a:gd name="adj" fmla="val 25000"/>
            </a:avLst>
          </a:prstGeom>
          <a:solidFill>
            <a:srgbClr val="EFEFEF"/>
          </a:solidFill>
          <a:ln w="12700">
            <a:solidFill>
              <a:srgbClr val="EFEFEF"/>
            </a:solidFill>
            <a:prstDash val="solid"/>
          </a:ln>
        </p:spPr>
      </p:sp>
      <p:sp>
        <p:nvSpPr>
          <p:cNvPr id="35" name="Text 30"/>
          <p:cNvSpPr txBox="1"/>
          <p:nvPr/>
        </p:nvSpPr>
        <p:spPr>
          <a:xfrm>
            <a:off x="3566160" y="36576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Artikel</a:t>
            </a:r>
            <a:endParaRPr lang="en-US" sz="1000" dirty="0"/>
          </a:p>
        </p:txBody>
      </p:sp>
      <p:sp>
        <p:nvSpPr>
          <p:cNvPr id="36" name="Shape 31"/>
          <p:cNvSpPr/>
          <p:nvPr/>
        </p:nvSpPr>
        <p:spPr>
          <a:xfrm>
            <a:off x="2651760" y="4114800"/>
            <a:ext cx="841248" cy="365760"/>
          </a:xfrm>
          <a:prstGeom prst="roundRect">
            <a:avLst>
              <a:gd name="adj" fmla="val 25000"/>
            </a:avLst>
          </a:prstGeom>
          <a:solidFill>
            <a:srgbClr val="EFEFEF"/>
          </a:solidFill>
          <a:ln w="12700">
            <a:solidFill>
              <a:srgbClr val="EFEFEF"/>
            </a:solidFill>
            <a:prstDash val="solid"/>
          </a:ln>
        </p:spPr>
      </p:sp>
      <p:sp>
        <p:nvSpPr>
          <p:cNvPr id="37" name="Text 32"/>
          <p:cNvSpPr txBox="1"/>
          <p:nvPr/>
        </p:nvSpPr>
        <p:spPr>
          <a:xfrm>
            <a:off x="2651760" y="41148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Berita</a:t>
            </a:r>
            <a:endParaRPr lang="en-US" sz="1000" dirty="0"/>
          </a:p>
        </p:txBody>
      </p:sp>
      <p:sp>
        <p:nvSpPr>
          <p:cNvPr id="38" name="Kartu Reviewer"/>
          <p:cNvSpPr/>
          <p:nvPr/>
        </p:nvSpPr>
        <p:spPr>
          <a:xfrm>
            <a:off x="4663440" y="1097280"/>
            <a:ext cx="1920240" cy="3611880"/>
          </a:xfrm>
          <a:prstGeom prst="roundRect">
            <a:avLst>
              <a:gd name="adj" fmla="val 5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9" name="Shape 34"/>
          <p:cNvSpPr/>
          <p:nvPr/>
        </p:nvSpPr>
        <p:spPr>
          <a:xfrm>
            <a:off x="5212080" y="1280160"/>
            <a:ext cx="822960" cy="822960"/>
          </a:xfrm>
          <a:prstGeom prst="ellipse">
            <a:avLst/>
          </a:prstGeom>
          <a:solidFill>
            <a:srgbClr val="D867B2"/>
          </a:solidFill>
          <a:ln w="12700">
            <a:solidFill>
              <a:srgbClr val="D867B2"/>
            </a:solidFill>
            <a:prstDash val="solid"/>
          </a:ln>
        </p:spPr>
      </p:sp>
      <p:pic>
        <p:nvPicPr>
          <p:cNvPr id="40" name="Image 2" descr="preencoded.png">    </p:cNvPr>
          <p:cNvPicPr>
            <a:picLocks noChangeAspect="1"/>
          </p:cNvPicPr>
          <p:nvPr/>
        </p:nvPicPr>
        <p:blipFill>
          <a:blip r:embed="rId3"/>
          <a:stretch>
            <a:fillRect/>
          </a:stretch>
        </p:blipFill>
        <p:spPr>
          <a:xfrm>
            <a:off x="5440680" y="1481328"/>
            <a:ext cx="365760" cy="365760"/>
          </a:xfrm>
          <a:prstGeom prst="rect">
            <a:avLst/>
          </a:prstGeom>
        </p:spPr>
      </p:pic>
      <p:sp>
        <p:nvSpPr>
          <p:cNvPr id="41" name="Text 35"/>
          <p:cNvSpPr txBox="1"/>
          <p:nvPr/>
        </p:nvSpPr>
        <p:spPr>
          <a:xfrm>
            <a:off x="4663440" y="2194560"/>
            <a:ext cx="1920240" cy="274320"/>
          </a:xfrm>
          <a:prstGeom prst="rect">
            <a:avLst/>
          </a:prstGeom>
          <a:noFill/>
          <a:ln/>
        </p:spPr>
        <p:txBody>
          <a:bodyPr wrap="square" lIns="0" tIns="0" rIns="0" bIns="0" rtlCol="0" anchor="ctr"/>
          <a:lstStyle/>
          <a:p>
            <a:pPr algn="ctr" indent="0" marL="0">
              <a:buNone/>
            </a:pPr>
            <a:r>
              <a:rPr lang="en-US" sz="1300" b="1" dirty="0">
                <a:solidFill>
                  <a:srgbClr val="333333"/>
                </a:solidFill>
                <a:latin typeface="Calibri" pitchFamily="34" charset="0"/>
                <a:ea typeface="Calibri" pitchFamily="34" charset="-122"/>
                <a:cs typeface="Calibri" pitchFamily="34" charset="-120"/>
              </a:rPr>
              <a:t>[Nama Anggota 3]</a:t>
            </a:r>
            <a:endParaRPr lang="en-US" sz="1300" dirty="0"/>
          </a:p>
        </p:txBody>
      </p:sp>
      <p:sp>
        <p:nvSpPr>
          <p:cNvPr id="42" name="Text 36"/>
          <p:cNvSpPr txBox="1"/>
          <p:nvPr/>
        </p:nvSpPr>
        <p:spPr>
          <a:xfrm>
            <a:off x="4663440" y="2468880"/>
            <a:ext cx="1920240" cy="22860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@username-3</a:t>
            </a:r>
            <a:endParaRPr lang="en-US" sz="1100" dirty="0"/>
          </a:p>
        </p:txBody>
      </p:sp>
      <p:sp>
        <p:nvSpPr>
          <p:cNvPr id="43" name="Shape 37"/>
          <p:cNvSpPr/>
          <p:nvPr/>
        </p:nvSpPr>
        <p:spPr>
          <a:xfrm>
            <a:off x="4937760" y="2788920"/>
            <a:ext cx="1371600" cy="292608"/>
          </a:xfrm>
          <a:prstGeom prst="roundRect">
            <a:avLst>
              <a:gd name="adj" fmla="val 43750"/>
            </a:avLst>
          </a:prstGeom>
          <a:solidFill>
            <a:srgbClr val="D867B2"/>
          </a:solidFill>
          <a:ln w="12700">
            <a:solidFill>
              <a:srgbClr val="D867B2"/>
            </a:solidFill>
            <a:prstDash val="solid"/>
          </a:ln>
        </p:spPr>
      </p:sp>
      <p:sp>
        <p:nvSpPr>
          <p:cNvPr id="44" name="Text 38"/>
          <p:cNvSpPr txBox="1"/>
          <p:nvPr/>
        </p:nvSpPr>
        <p:spPr>
          <a:xfrm>
            <a:off x="4937760" y="2788920"/>
            <a:ext cx="13716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Reviewer</a:t>
            </a:r>
            <a:endParaRPr lang="en-US" sz="1200" dirty="0"/>
          </a:p>
        </p:txBody>
      </p:sp>
      <p:sp>
        <p:nvSpPr>
          <p:cNvPr id="45" name="Shape 39"/>
          <p:cNvSpPr/>
          <p:nvPr/>
        </p:nvSpPr>
        <p:spPr>
          <a:xfrm>
            <a:off x="4754880" y="3200400"/>
            <a:ext cx="841248" cy="365760"/>
          </a:xfrm>
          <a:prstGeom prst="roundRect">
            <a:avLst>
              <a:gd name="adj" fmla="val 25000"/>
            </a:avLst>
          </a:prstGeom>
          <a:solidFill>
            <a:srgbClr val="EFEFEF"/>
          </a:solidFill>
          <a:ln w="12700">
            <a:solidFill>
              <a:srgbClr val="EFEFEF"/>
            </a:solidFill>
            <a:prstDash val="solid"/>
          </a:ln>
        </p:spPr>
      </p:sp>
      <p:sp>
        <p:nvSpPr>
          <p:cNvPr id="46" name="Text 40"/>
          <p:cNvSpPr txBox="1"/>
          <p:nvPr/>
        </p:nvSpPr>
        <p:spPr>
          <a:xfrm>
            <a:off x="4754880" y="32004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Periksa PR</a:t>
            </a:r>
            <a:endParaRPr lang="en-US" sz="1000" dirty="0"/>
          </a:p>
        </p:txBody>
      </p:sp>
      <p:sp>
        <p:nvSpPr>
          <p:cNvPr id="47" name="Shape 41"/>
          <p:cNvSpPr/>
          <p:nvPr/>
        </p:nvSpPr>
        <p:spPr>
          <a:xfrm>
            <a:off x="5669280" y="3200400"/>
            <a:ext cx="841248" cy="365760"/>
          </a:xfrm>
          <a:prstGeom prst="roundRect">
            <a:avLst>
              <a:gd name="adj" fmla="val 25000"/>
            </a:avLst>
          </a:prstGeom>
          <a:solidFill>
            <a:srgbClr val="EFEFEF"/>
          </a:solidFill>
          <a:ln w="12700">
            <a:solidFill>
              <a:srgbClr val="EFEFEF"/>
            </a:solidFill>
            <a:prstDash val="solid"/>
          </a:ln>
        </p:spPr>
      </p:sp>
      <p:sp>
        <p:nvSpPr>
          <p:cNvPr id="48" name="Text 42"/>
          <p:cNvSpPr txBox="1"/>
          <p:nvPr/>
        </p:nvSpPr>
        <p:spPr>
          <a:xfrm>
            <a:off x="5669280" y="32004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Beri komentar</a:t>
            </a:r>
            <a:endParaRPr lang="en-US" sz="1000" dirty="0"/>
          </a:p>
        </p:txBody>
      </p:sp>
      <p:sp>
        <p:nvSpPr>
          <p:cNvPr id="49" name="Shape 43"/>
          <p:cNvSpPr/>
          <p:nvPr/>
        </p:nvSpPr>
        <p:spPr>
          <a:xfrm>
            <a:off x="4754880" y="3657600"/>
            <a:ext cx="841248" cy="365760"/>
          </a:xfrm>
          <a:prstGeom prst="roundRect">
            <a:avLst>
              <a:gd name="adj" fmla="val 25000"/>
            </a:avLst>
          </a:prstGeom>
          <a:solidFill>
            <a:srgbClr val="EFEFEF"/>
          </a:solidFill>
          <a:ln w="12700">
            <a:solidFill>
              <a:srgbClr val="EFEFEF"/>
            </a:solidFill>
            <a:prstDash val="solid"/>
          </a:ln>
        </p:spPr>
      </p:sp>
      <p:sp>
        <p:nvSpPr>
          <p:cNvPr id="50" name="Text 44"/>
          <p:cNvSpPr txBox="1"/>
          <p:nvPr/>
        </p:nvSpPr>
        <p:spPr>
          <a:xfrm>
            <a:off x="4754880" y="36576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Approve PR</a:t>
            </a:r>
            <a:endParaRPr lang="en-US" sz="1000" dirty="0"/>
          </a:p>
        </p:txBody>
      </p:sp>
      <p:sp>
        <p:nvSpPr>
          <p:cNvPr id="51" name="Shape 45"/>
          <p:cNvSpPr/>
          <p:nvPr/>
        </p:nvSpPr>
        <p:spPr>
          <a:xfrm>
            <a:off x="5669280" y="3657600"/>
            <a:ext cx="841248" cy="365760"/>
          </a:xfrm>
          <a:prstGeom prst="roundRect">
            <a:avLst>
              <a:gd name="adj" fmla="val 25000"/>
            </a:avLst>
          </a:prstGeom>
          <a:solidFill>
            <a:srgbClr val="EFEFEF"/>
          </a:solidFill>
          <a:ln w="12700">
            <a:solidFill>
              <a:srgbClr val="EFEFEF"/>
            </a:solidFill>
            <a:prstDash val="solid"/>
          </a:ln>
        </p:spPr>
      </p:sp>
      <p:sp>
        <p:nvSpPr>
          <p:cNvPr id="52" name="Text 46"/>
          <p:cNvSpPr txBox="1"/>
          <p:nvPr/>
        </p:nvSpPr>
        <p:spPr>
          <a:xfrm>
            <a:off x="5669280" y="36576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Merge PR</a:t>
            </a:r>
            <a:endParaRPr lang="en-US" sz="1000" dirty="0"/>
          </a:p>
        </p:txBody>
      </p:sp>
      <p:sp>
        <p:nvSpPr>
          <p:cNvPr id="53" name="Kartu Dokumentator"/>
          <p:cNvSpPr/>
          <p:nvPr/>
        </p:nvSpPr>
        <p:spPr>
          <a:xfrm>
            <a:off x="6766560" y="1097280"/>
            <a:ext cx="1920240" cy="3611880"/>
          </a:xfrm>
          <a:prstGeom prst="roundRect">
            <a:avLst>
              <a:gd name="adj" fmla="val 5714"/>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4" name="Shape 48"/>
          <p:cNvSpPr/>
          <p:nvPr/>
        </p:nvSpPr>
        <p:spPr>
          <a:xfrm>
            <a:off x="7315200" y="1280160"/>
            <a:ext cx="822960" cy="822960"/>
          </a:xfrm>
          <a:prstGeom prst="ellipse">
            <a:avLst/>
          </a:prstGeom>
          <a:solidFill>
            <a:srgbClr val="E9573F"/>
          </a:solidFill>
          <a:ln w="12700">
            <a:solidFill>
              <a:srgbClr val="E9573F"/>
            </a:solidFill>
            <a:prstDash val="solid"/>
          </a:ln>
        </p:spPr>
      </p:sp>
      <p:pic>
        <p:nvPicPr>
          <p:cNvPr id="55" name="Image 3" descr="preencoded.png">    </p:cNvPr>
          <p:cNvPicPr>
            <a:picLocks noChangeAspect="1"/>
          </p:cNvPicPr>
          <p:nvPr/>
        </p:nvPicPr>
        <p:blipFill>
          <a:blip r:embed="rId4"/>
          <a:stretch>
            <a:fillRect/>
          </a:stretch>
        </p:blipFill>
        <p:spPr>
          <a:xfrm>
            <a:off x="7543800" y="1481328"/>
            <a:ext cx="365760" cy="365760"/>
          </a:xfrm>
          <a:prstGeom prst="rect">
            <a:avLst/>
          </a:prstGeom>
        </p:spPr>
      </p:pic>
      <p:sp>
        <p:nvSpPr>
          <p:cNvPr id="56" name="Text 49"/>
          <p:cNvSpPr txBox="1"/>
          <p:nvPr/>
        </p:nvSpPr>
        <p:spPr>
          <a:xfrm>
            <a:off x="6766560" y="2194560"/>
            <a:ext cx="1920240" cy="274320"/>
          </a:xfrm>
          <a:prstGeom prst="rect">
            <a:avLst/>
          </a:prstGeom>
          <a:noFill/>
          <a:ln/>
        </p:spPr>
        <p:txBody>
          <a:bodyPr wrap="square" lIns="0" tIns="0" rIns="0" bIns="0" rtlCol="0" anchor="ctr"/>
          <a:lstStyle/>
          <a:p>
            <a:pPr algn="ctr" indent="0" marL="0">
              <a:buNone/>
            </a:pPr>
            <a:r>
              <a:rPr lang="en-US" sz="1300" b="1" dirty="0">
                <a:solidFill>
                  <a:srgbClr val="333333"/>
                </a:solidFill>
                <a:latin typeface="Calibri" pitchFamily="34" charset="0"/>
                <a:ea typeface="Calibri" pitchFamily="34" charset="-122"/>
                <a:cs typeface="Calibri" pitchFamily="34" charset="-120"/>
              </a:rPr>
              <a:t>[Nama Anggota 4]</a:t>
            </a:r>
            <a:endParaRPr lang="en-US" sz="1300" dirty="0"/>
          </a:p>
        </p:txBody>
      </p:sp>
      <p:sp>
        <p:nvSpPr>
          <p:cNvPr id="57" name="Text 50"/>
          <p:cNvSpPr txBox="1"/>
          <p:nvPr/>
        </p:nvSpPr>
        <p:spPr>
          <a:xfrm>
            <a:off x="6766560" y="2468880"/>
            <a:ext cx="1920240" cy="228600"/>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@username-4</a:t>
            </a:r>
            <a:endParaRPr lang="en-US" sz="1100" dirty="0"/>
          </a:p>
        </p:txBody>
      </p:sp>
      <p:sp>
        <p:nvSpPr>
          <p:cNvPr id="58" name="Shape 51"/>
          <p:cNvSpPr/>
          <p:nvPr/>
        </p:nvSpPr>
        <p:spPr>
          <a:xfrm>
            <a:off x="7040880" y="2788920"/>
            <a:ext cx="1371600" cy="292608"/>
          </a:xfrm>
          <a:prstGeom prst="roundRect">
            <a:avLst>
              <a:gd name="adj" fmla="val 43750"/>
            </a:avLst>
          </a:prstGeom>
          <a:solidFill>
            <a:srgbClr val="E9573F"/>
          </a:solidFill>
          <a:ln w="12700">
            <a:solidFill>
              <a:srgbClr val="E9573F"/>
            </a:solidFill>
            <a:prstDash val="solid"/>
          </a:ln>
        </p:spPr>
      </p:sp>
      <p:sp>
        <p:nvSpPr>
          <p:cNvPr id="59" name="Text 52"/>
          <p:cNvSpPr txBox="1"/>
          <p:nvPr/>
        </p:nvSpPr>
        <p:spPr>
          <a:xfrm>
            <a:off x="7040880" y="2788920"/>
            <a:ext cx="1371600"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Dokumentator</a:t>
            </a:r>
            <a:endParaRPr lang="en-US" sz="1200" dirty="0"/>
          </a:p>
        </p:txBody>
      </p:sp>
      <p:sp>
        <p:nvSpPr>
          <p:cNvPr id="60" name="Shape 53"/>
          <p:cNvSpPr/>
          <p:nvPr/>
        </p:nvSpPr>
        <p:spPr>
          <a:xfrm>
            <a:off x="6858000" y="3200400"/>
            <a:ext cx="841248" cy="365760"/>
          </a:xfrm>
          <a:prstGeom prst="roundRect">
            <a:avLst>
              <a:gd name="adj" fmla="val 25000"/>
            </a:avLst>
          </a:prstGeom>
          <a:solidFill>
            <a:srgbClr val="EFEFEF"/>
          </a:solidFill>
          <a:ln w="12700">
            <a:solidFill>
              <a:srgbClr val="EFEFEF"/>
            </a:solidFill>
            <a:prstDash val="solid"/>
          </a:ln>
        </p:spPr>
      </p:sp>
      <p:sp>
        <p:nvSpPr>
          <p:cNvPr id="61" name="Text 54"/>
          <p:cNvSpPr txBox="1"/>
          <p:nvPr/>
        </p:nvSpPr>
        <p:spPr>
          <a:xfrm>
            <a:off x="6858000" y="32004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README.md</a:t>
            </a:r>
            <a:endParaRPr lang="en-US" sz="1000" dirty="0"/>
          </a:p>
        </p:txBody>
      </p:sp>
      <p:sp>
        <p:nvSpPr>
          <p:cNvPr id="62" name="Shape 55"/>
          <p:cNvSpPr/>
          <p:nvPr/>
        </p:nvSpPr>
        <p:spPr>
          <a:xfrm>
            <a:off x="7772400" y="3200400"/>
            <a:ext cx="841248" cy="365760"/>
          </a:xfrm>
          <a:prstGeom prst="roundRect">
            <a:avLst>
              <a:gd name="adj" fmla="val 25000"/>
            </a:avLst>
          </a:prstGeom>
          <a:solidFill>
            <a:srgbClr val="EFEFEF"/>
          </a:solidFill>
          <a:ln w="12700">
            <a:solidFill>
              <a:srgbClr val="EFEFEF"/>
            </a:solidFill>
            <a:prstDash val="solid"/>
          </a:ln>
        </p:spPr>
      </p:sp>
      <p:sp>
        <p:nvSpPr>
          <p:cNvPr id="63" name="Text 56"/>
          <p:cNvSpPr txBox="1"/>
          <p:nvPr/>
        </p:nvSpPr>
        <p:spPr>
          <a:xfrm>
            <a:off x="7772400" y="32004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PPTX &amp; naskah</a:t>
            </a:r>
            <a:endParaRPr lang="en-US" sz="1000" dirty="0"/>
          </a:p>
        </p:txBody>
      </p:sp>
      <p:sp>
        <p:nvSpPr>
          <p:cNvPr id="64" name="Shape 57"/>
          <p:cNvSpPr/>
          <p:nvPr/>
        </p:nvSpPr>
        <p:spPr>
          <a:xfrm>
            <a:off x="6858000" y="3657600"/>
            <a:ext cx="841248" cy="365760"/>
          </a:xfrm>
          <a:prstGeom prst="roundRect">
            <a:avLst>
              <a:gd name="adj" fmla="val 25000"/>
            </a:avLst>
          </a:prstGeom>
          <a:solidFill>
            <a:srgbClr val="EFEFEF"/>
          </a:solidFill>
          <a:ln w="12700">
            <a:solidFill>
              <a:srgbClr val="EFEFEF"/>
            </a:solidFill>
            <a:prstDash val="solid"/>
          </a:ln>
        </p:spPr>
      </p:sp>
      <p:sp>
        <p:nvSpPr>
          <p:cNvPr id="65" name="Text 58"/>
          <p:cNvSpPr txBox="1"/>
          <p:nvPr/>
        </p:nvSpPr>
        <p:spPr>
          <a:xfrm>
            <a:off x="6858000" y="36576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Profil bisnis</a:t>
            </a:r>
            <a:endParaRPr lang="en-US" sz="1000" dirty="0"/>
          </a:p>
        </p:txBody>
      </p:sp>
      <p:sp>
        <p:nvSpPr>
          <p:cNvPr id="66" name="Shape 59"/>
          <p:cNvSpPr/>
          <p:nvPr/>
        </p:nvSpPr>
        <p:spPr>
          <a:xfrm>
            <a:off x="7772400" y="3657600"/>
            <a:ext cx="841248" cy="365760"/>
          </a:xfrm>
          <a:prstGeom prst="roundRect">
            <a:avLst>
              <a:gd name="adj" fmla="val 25000"/>
            </a:avLst>
          </a:prstGeom>
          <a:solidFill>
            <a:srgbClr val="EFEFEF"/>
          </a:solidFill>
          <a:ln w="12700">
            <a:solidFill>
              <a:srgbClr val="EFEFEF"/>
            </a:solidFill>
            <a:prstDash val="solid"/>
          </a:ln>
        </p:spPr>
      </p:sp>
      <p:sp>
        <p:nvSpPr>
          <p:cNvPr id="67" name="Text 60"/>
          <p:cNvSpPr txBox="1"/>
          <p:nvPr/>
        </p:nvSpPr>
        <p:spPr>
          <a:xfrm>
            <a:off x="7772400" y="36576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Screenshot</a:t>
            </a:r>
            <a:endParaRPr lang="en-US" sz="1000" dirty="0"/>
          </a:p>
        </p:txBody>
      </p:sp>
      <p:sp>
        <p:nvSpPr>
          <p:cNvPr id="68" name="Shape 61"/>
          <p:cNvSpPr/>
          <p:nvPr/>
        </p:nvSpPr>
        <p:spPr>
          <a:xfrm>
            <a:off x="6858000" y="4114800"/>
            <a:ext cx="841248" cy="365760"/>
          </a:xfrm>
          <a:prstGeom prst="roundRect">
            <a:avLst>
              <a:gd name="adj" fmla="val 25000"/>
            </a:avLst>
          </a:prstGeom>
          <a:solidFill>
            <a:srgbClr val="EFEFEF"/>
          </a:solidFill>
          <a:ln w="12700">
            <a:solidFill>
              <a:srgbClr val="EFEFEF"/>
            </a:solidFill>
            <a:prstDash val="solid"/>
          </a:ln>
        </p:spPr>
      </p:sp>
      <p:sp>
        <p:nvSpPr>
          <p:cNvPr id="69" name="Text 62"/>
          <p:cNvSpPr txBox="1"/>
          <p:nvPr/>
        </p:nvSpPr>
        <p:spPr>
          <a:xfrm>
            <a:off x="6858000" y="41148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Timeline kerja</a:t>
            </a:r>
            <a:endParaRPr lang="en-US" sz="1000" dirty="0"/>
          </a:p>
        </p:txBody>
      </p:sp>
      <p:sp>
        <p:nvSpPr>
          <p:cNvPr id="70" name="Shape 63"/>
          <p:cNvSpPr/>
          <p:nvPr/>
        </p:nvSpPr>
        <p:spPr>
          <a:xfrm>
            <a:off x="7772400" y="4114800"/>
            <a:ext cx="841248" cy="365760"/>
          </a:xfrm>
          <a:prstGeom prst="roundRect">
            <a:avLst>
              <a:gd name="adj" fmla="val 25000"/>
            </a:avLst>
          </a:prstGeom>
          <a:solidFill>
            <a:srgbClr val="EFEFEF"/>
          </a:solidFill>
          <a:ln w="12700">
            <a:solidFill>
              <a:srgbClr val="EFEFEF"/>
            </a:solidFill>
            <a:prstDash val="solid"/>
          </a:ln>
        </p:spPr>
      </p:sp>
      <p:sp>
        <p:nvSpPr>
          <p:cNvPr id="71" name="Text 64"/>
          <p:cNvSpPr txBox="1"/>
          <p:nvPr/>
        </p:nvSpPr>
        <p:spPr>
          <a:xfrm>
            <a:off x="7772400" y="4114800"/>
            <a:ext cx="841248" cy="365760"/>
          </a:xfrm>
          <a:prstGeom prst="rect">
            <a:avLst/>
          </a:prstGeom>
          <a:noFill/>
          <a:ln/>
        </p:spPr>
        <p:txBody>
          <a:bodyPr wrap="square" lIns="0" tIns="0" rIns="0" bIns="0" rtlCol="0" anchor="ctr"/>
          <a:lstStyle/>
          <a:p>
            <a:pPr algn="ctr" indent="0" marL="0">
              <a:buNone/>
            </a:pPr>
            <a:r>
              <a:rPr lang="en-US" sz="1000" b="1" dirty="0">
                <a:solidFill>
                  <a:srgbClr val="333333"/>
                </a:solidFill>
                <a:latin typeface="Calibri" pitchFamily="34" charset="0"/>
                <a:ea typeface="Calibri" pitchFamily="34" charset="-122"/>
                <a:cs typeface="Calibri" pitchFamily="34" charset="-120"/>
              </a:rPr>
              <a:t>Approve review-log</a:t>
            </a:r>
            <a:endParaRPr lang="en-US" sz="1000" dirty="0"/>
          </a:p>
        </p:txBody>
      </p:sp>
      <p:sp>
        <p:nvSpPr>
          <p:cNvPr id="7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Profil Bisnis JendEdu</a:t>
            </a:r>
            <a:endParaRPr lang="en-US" sz="3000" dirty="0"/>
          </a:p>
        </p:txBody>
      </p:sp>
      <p:sp>
        <p:nvSpPr>
          <p:cNvPr id="4" name="Visi"/>
          <p:cNvSpPr/>
          <p:nvPr/>
        </p:nvSpPr>
        <p:spPr>
          <a:xfrm>
            <a:off x="457200" y="1024128"/>
            <a:ext cx="402336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594360" y="1188720"/>
            <a:ext cx="548640" cy="548640"/>
          </a:xfrm>
          <a:prstGeom prst="ellipse">
            <a:avLst/>
          </a:prstGeom>
          <a:solidFill>
            <a:srgbClr val="14A085"/>
          </a:solidFill>
          <a:ln w="12700">
            <a:solidFill>
              <a:srgbClr val="14A085"/>
            </a:solidFill>
            <a:prstDash val="solid"/>
          </a:ln>
        </p:spPr>
      </p:sp>
      <p:pic>
        <p:nvPicPr>
          <p:cNvPr id="6" name="Image 0" descr="preencoded.png">    </p:cNvPr>
          <p:cNvPicPr>
            <a:picLocks noChangeAspect="1"/>
          </p:cNvPicPr>
          <p:nvPr/>
        </p:nvPicPr>
        <p:blipFill>
          <a:blip r:embed="rId1"/>
          <a:stretch>
            <a:fillRect/>
          </a:stretch>
        </p:blipFill>
        <p:spPr>
          <a:xfrm>
            <a:off x="731520" y="1325880"/>
            <a:ext cx="274320" cy="274320"/>
          </a:xfrm>
          <a:prstGeom prst="rect">
            <a:avLst/>
          </a:prstGeom>
        </p:spPr>
      </p:pic>
      <p:sp>
        <p:nvSpPr>
          <p:cNvPr id="7" name="Text 3"/>
          <p:cNvSpPr txBox="1"/>
          <p:nvPr/>
        </p:nvSpPr>
        <p:spPr>
          <a:xfrm>
            <a:off x="1280160" y="1069848"/>
            <a:ext cx="3108960" cy="246888"/>
          </a:xfrm>
          <a:prstGeom prst="rect">
            <a:avLst/>
          </a:prstGeom>
          <a:noFill/>
          <a:ln/>
        </p:spPr>
        <p:txBody>
          <a:bodyPr wrap="square" lIns="0" tIns="0" rIns="0" bIns="0" rtlCol="0" anchor="ctr"/>
          <a:lstStyle/>
          <a:p>
            <a:pPr indent="0" marL="0">
              <a:buNone/>
            </a:pPr>
            <a:r>
              <a:rPr lang="en-US" sz="1200" b="1" dirty="0">
                <a:solidFill>
                  <a:srgbClr val="14A085"/>
                </a:solidFill>
                <a:latin typeface="Calibri" pitchFamily="34" charset="0"/>
                <a:ea typeface="Calibri" pitchFamily="34" charset="-122"/>
                <a:cs typeface="Calibri" pitchFamily="34" charset="-120"/>
              </a:rPr>
              <a:t>Visi</a:t>
            </a:r>
            <a:endParaRPr lang="en-US" sz="1200" dirty="0"/>
          </a:p>
        </p:txBody>
      </p:sp>
      <p:sp>
        <p:nvSpPr>
          <p:cNvPr id="8" name="Text 4"/>
          <p:cNvSpPr txBox="1"/>
          <p:nvPr/>
        </p:nvSpPr>
        <p:spPr>
          <a:xfrm>
            <a:off x="1280160" y="1316736"/>
            <a:ext cx="3108960" cy="548640"/>
          </a:xfrm>
          <a:prstGeom prst="rect">
            <a:avLst/>
          </a:prstGeom>
          <a:noFill/>
          <a:ln/>
        </p:spPr>
        <p:txBody>
          <a:bodyPr wrap="square" lIns="0" tIns="0" rIns="0" bIns="0" rtlCol="0" anchor="t"/>
          <a:lstStyle/>
          <a:p>
            <a:pPr indent="0" marL="0">
              <a:buNone/>
            </a:pPr>
            <a:r>
              <a:rPr lang="en-US" sz="1300" b="1" dirty="0">
                <a:solidFill>
                  <a:srgbClr val="333333"/>
                </a:solidFill>
                <a:latin typeface="Calibri" pitchFamily="34" charset="0"/>
                <a:ea typeface="Calibri" pitchFamily="34" charset="-122"/>
                <a:cs typeface="Calibri" pitchFamily="34" charset="-120"/>
              </a:rPr>
              <a:t>Pendidikan berkualitas dan terjangkau untuk semua siswa Indonesia</a:t>
            </a:r>
            <a:endParaRPr lang="en-US" sz="1300" dirty="0"/>
          </a:p>
        </p:txBody>
      </p:sp>
      <p:sp>
        <p:nvSpPr>
          <p:cNvPr id="9" name="Misi"/>
          <p:cNvSpPr/>
          <p:nvPr/>
        </p:nvSpPr>
        <p:spPr>
          <a:xfrm>
            <a:off x="4663440" y="1024128"/>
            <a:ext cx="402336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Shape 6"/>
          <p:cNvSpPr/>
          <p:nvPr/>
        </p:nvSpPr>
        <p:spPr>
          <a:xfrm>
            <a:off x="4800600" y="1188720"/>
            <a:ext cx="548640" cy="548640"/>
          </a:xfrm>
          <a:prstGeom prst="ellipse">
            <a:avLst/>
          </a:prstGeom>
          <a:solidFill>
            <a:srgbClr val="2FA4E7"/>
          </a:solidFill>
          <a:ln w="12700">
            <a:solidFill>
              <a:srgbClr val="2FA4E7"/>
            </a:solidFill>
            <a:prstDash val="solid"/>
          </a:ln>
        </p:spPr>
      </p:sp>
      <p:pic>
        <p:nvPicPr>
          <p:cNvPr id="11" name="Image 1" descr="preencoded.png">    </p:cNvPr>
          <p:cNvPicPr>
            <a:picLocks noChangeAspect="1"/>
          </p:cNvPicPr>
          <p:nvPr/>
        </p:nvPicPr>
        <p:blipFill>
          <a:blip r:embed="rId2"/>
          <a:stretch>
            <a:fillRect/>
          </a:stretch>
        </p:blipFill>
        <p:spPr>
          <a:xfrm>
            <a:off x="4937760" y="1325880"/>
            <a:ext cx="274320" cy="274320"/>
          </a:xfrm>
          <a:prstGeom prst="rect">
            <a:avLst/>
          </a:prstGeom>
        </p:spPr>
      </p:pic>
      <p:sp>
        <p:nvSpPr>
          <p:cNvPr id="12" name="Text 7"/>
          <p:cNvSpPr txBox="1"/>
          <p:nvPr/>
        </p:nvSpPr>
        <p:spPr>
          <a:xfrm>
            <a:off x="5486400" y="1069848"/>
            <a:ext cx="3108960" cy="246888"/>
          </a:xfrm>
          <a:prstGeom prst="rect">
            <a:avLst/>
          </a:prstGeom>
          <a:noFill/>
          <a:ln/>
        </p:spPr>
        <p:txBody>
          <a:bodyPr wrap="square" lIns="0" tIns="0" rIns="0" bIns="0" rtlCol="0" anchor="ctr"/>
          <a:lstStyle/>
          <a:p>
            <a:pPr indent="0" marL="0">
              <a:buNone/>
            </a:pPr>
            <a:r>
              <a:rPr lang="en-US" sz="1200" b="1" dirty="0">
                <a:solidFill>
                  <a:srgbClr val="2FA4E7"/>
                </a:solidFill>
                <a:latin typeface="Calibri" pitchFamily="34" charset="0"/>
                <a:ea typeface="Calibri" pitchFamily="34" charset="-122"/>
                <a:cs typeface="Calibri" pitchFamily="34" charset="-120"/>
              </a:rPr>
              <a:t>Misi</a:t>
            </a:r>
            <a:endParaRPr lang="en-US" sz="1200" dirty="0"/>
          </a:p>
        </p:txBody>
      </p:sp>
      <p:sp>
        <p:nvSpPr>
          <p:cNvPr id="13" name="Text 8"/>
          <p:cNvSpPr txBox="1"/>
          <p:nvPr/>
        </p:nvSpPr>
        <p:spPr>
          <a:xfrm>
            <a:off x="5486400" y="1316736"/>
            <a:ext cx="3108960" cy="548640"/>
          </a:xfrm>
          <a:prstGeom prst="rect">
            <a:avLst/>
          </a:prstGeom>
          <a:noFill/>
          <a:ln/>
        </p:spPr>
        <p:txBody>
          <a:bodyPr wrap="square" lIns="0" tIns="0" rIns="0" bIns="0" rtlCol="0" anchor="t"/>
          <a:lstStyle/>
          <a:p>
            <a:pPr indent="0" marL="0">
              <a:buNone/>
            </a:pPr>
            <a:r>
              <a:rPr lang="en-US" sz="1300" b="1" dirty="0">
                <a:solidFill>
                  <a:srgbClr val="333333"/>
                </a:solidFill>
                <a:latin typeface="Calibri" pitchFamily="34" charset="0"/>
                <a:ea typeface="Calibri" pitchFamily="34" charset="-122"/>
                <a:cs typeface="Calibri" pitchFamily="34" charset="-120"/>
              </a:rPr>
              <a:t>Kursus online interaktif dengan tutor berpengalaman</a:t>
            </a:r>
            <a:endParaRPr lang="en-US" sz="1300" dirty="0"/>
          </a:p>
        </p:txBody>
      </p:sp>
      <p:sp>
        <p:nvSpPr>
          <p:cNvPr id="14" name="Nilai Tutor berpengalaman"/>
          <p:cNvSpPr/>
          <p:nvPr/>
        </p:nvSpPr>
        <p:spPr>
          <a:xfrm>
            <a:off x="457200" y="2029968"/>
            <a:ext cx="1920240" cy="868680"/>
          </a:xfrm>
          <a:prstGeom prst="roundRect">
            <a:avLst>
              <a:gd name="adj" fmla="val 12632"/>
            </a:avLst>
          </a:prstGeom>
          <a:solidFill>
            <a:srgbClr val="EFEFEF"/>
          </a:solidFill>
          <a:ln w="12700">
            <a:solidFill>
              <a:srgbClr val="EFEFEF"/>
            </a:solidFill>
            <a:prstDash val="solid"/>
          </a:ln>
        </p:spPr>
      </p:sp>
      <p:sp>
        <p:nvSpPr>
          <p:cNvPr id="15" name="Shape 10"/>
          <p:cNvSpPr/>
          <p:nvPr/>
        </p:nvSpPr>
        <p:spPr>
          <a:xfrm>
            <a:off x="566928" y="2194560"/>
            <a:ext cx="530352" cy="530352"/>
          </a:xfrm>
          <a:prstGeom prst="ellipse">
            <a:avLst/>
          </a:prstGeom>
          <a:solidFill>
            <a:srgbClr val="14A085"/>
          </a:solidFill>
          <a:ln w="12700">
            <a:solidFill>
              <a:srgbClr val="14A085"/>
            </a:solidFill>
            <a:prstDash val="solid"/>
          </a:ln>
        </p:spPr>
      </p:sp>
      <p:pic>
        <p:nvPicPr>
          <p:cNvPr id="16" name="Image 2" descr="preencoded.png">    </p:cNvPr>
          <p:cNvPicPr>
            <a:picLocks noChangeAspect="1"/>
          </p:cNvPicPr>
          <p:nvPr/>
        </p:nvPicPr>
        <p:blipFill>
          <a:blip r:embed="rId3"/>
          <a:stretch>
            <a:fillRect/>
          </a:stretch>
        </p:blipFill>
        <p:spPr>
          <a:xfrm>
            <a:off x="699516" y="2327148"/>
            <a:ext cx="265176" cy="265176"/>
          </a:xfrm>
          <a:prstGeom prst="rect">
            <a:avLst/>
          </a:prstGeom>
        </p:spPr>
      </p:pic>
      <p:sp>
        <p:nvSpPr>
          <p:cNvPr id="17" name="Text 11"/>
          <p:cNvSpPr txBox="1"/>
          <p:nvPr/>
        </p:nvSpPr>
        <p:spPr>
          <a:xfrm>
            <a:off x="1188720" y="2029968"/>
            <a:ext cx="114300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Tutor berpengalaman</a:t>
            </a:r>
            <a:endParaRPr lang="en-US" sz="1200" dirty="0"/>
          </a:p>
        </p:txBody>
      </p:sp>
      <p:sp>
        <p:nvSpPr>
          <p:cNvPr id="18" name="Nilai Video interaktif"/>
          <p:cNvSpPr/>
          <p:nvPr/>
        </p:nvSpPr>
        <p:spPr>
          <a:xfrm>
            <a:off x="2560320" y="2029968"/>
            <a:ext cx="1920240" cy="868680"/>
          </a:xfrm>
          <a:prstGeom prst="roundRect">
            <a:avLst>
              <a:gd name="adj" fmla="val 12632"/>
            </a:avLst>
          </a:prstGeom>
          <a:solidFill>
            <a:srgbClr val="EFEFEF"/>
          </a:solidFill>
          <a:ln w="12700">
            <a:solidFill>
              <a:srgbClr val="EFEFEF"/>
            </a:solidFill>
            <a:prstDash val="solid"/>
          </a:ln>
        </p:spPr>
      </p:sp>
      <p:sp>
        <p:nvSpPr>
          <p:cNvPr id="19" name="Shape 13"/>
          <p:cNvSpPr/>
          <p:nvPr/>
        </p:nvSpPr>
        <p:spPr>
          <a:xfrm>
            <a:off x="2670048" y="2194560"/>
            <a:ext cx="530352" cy="530352"/>
          </a:xfrm>
          <a:prstGeom prst="ellipse">
            <a:avLst/>
          </a:prstGeom>
          <a:solidFill>
            <a:srgbClr val="2FA4E7"/>
          </a:solidFill>
          <a:ln w="12700">
            <a:solidFill>
              <a:srgbClr val="2FA4E7"/>
            </a:solidFill>
            <a:prstDash val="solid"/>
          </a:ln>
        </p:spPr>
      </p:sp>
      <p:pic>
        <p:nvPicPr>
          <p:cNvPr id="20" name="Image 3" descr="preencoded.png">    </p:cNvPr>
          <p:cNvPicPr>
            <a:picLocks noChangeAspect="1"/>
          </p:cNvPicPr>
          <p:nvPr/>
        </p:nvPicPr>
        <p:blipFill>
          <a:blip r:embed="rId4"/>
          <a:stretch>
            <a:fillRect/>
          </a:stretch>
        </p:blipFill>
        <p:spPr>
          <a:xfrm>
            <a:off x="2802636" y="2327148"/>
            <a:ext cx="265176" cy="265176"/>
          </a:xfrm>
          <a:prstGeom prst="rect">
            <a:avLst/>
          </a:prstGeom>
        </p:spPr>
      </p:pic>
      <p:sp>
        <p:nvSpPr>
          <p:cNvPr id="21" name="Text 14"/>
          <p:cNvSpPr txBox="1"/>
          <p:nvPr/>
        </p:nvSpPr>
        <p:spPr>
          <a:xfrm>
            <a:off x="3291840" y="2029968"/>
            <a:ext cx="114300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Video interaktif</a:t>
            </a:r>
            <a:endParaRPr lang="en-US" sz="1200" dirty="0"/>
          </a:p>
        </p:txBody>
      </p:sp>
      <p:sp>
        <p:nvSpPr>
          <p:cNvPr id="22" name="Nilai Kurikulum Merdeka"/>
          <p:cNvSpPr/>
          <p:nvPr/>
        </p:nvSpPr>
        <p:spPr>
          <a:xfrm>
            <a:off x="4663440" y="2029968"/>
            <a:ext cx="1920240" cy="868680"/>
          </a:xfrm>
          <a:prstGeom prst="roundRect">
            <a:avLst>
              <a:gd name="adj" fmla="val 12632"/>
            </a:avLst>
          </a:prstGeom>
          <a:solidFill>
            <a:srgbClr val="EFEFEF"/>
          </a:solidFill>
          <a:ln w="12700">
            <a:solidFill>
              <a:srgbClr val="EFEFEF"/>
            </a:solidFill>
            <a:prstDash val="solid"/>
          </a:ln>
        </p:spPr>
      </p:sp>
      <p:sp>
        <p:nvSpPr>
          <p:cNvPr id="23" name="Shape 16"/>
          <p:cNvSpPr/>
          <p:nvPr/>
        </p:nvSpPr>
        <p:spPr>
          <a:xfrm>
            <a:off x="4773168" y="2194560"/>
            <a:ext cx="530352" cy="530352"/>
          </a:xfrm>
          <a:prstGeom prst="ellipse">
            <a:avLst/>
          </a:prstGeom>
          <a:solidFill>
            <a:srgbClr val="61B331"/>
          </a:solidFill>
          <a:ln w="12700">
            <a:solidFill>
              <a:srgbClr val="61B331"/>
            </a:solidFill>
            <a:prstDash val="solid"/>
          </a:ln>
        </p:spPr>
      </p:sp>
      <p:pic>
        <p:nvPicPr>
          <p:cNvPr id="24" name="Image 4" descr="preencoded.png">    </p:cNvPr>
          <p:cNvPicPr>
            <a:picLocks noChangeAspect="1"/>
          </p:cNvPicPr>
          <p:nvPr/>
        </p:nvPicPr>
        <p:blipFill>
          <a:blip r:embed="rId5"/>
          <a:stretch>
            <a:fillRect/>
          </a:stretch>
        </p:blipFill>
        <p:spPr>
          <a:xfrm>
            <a:off x="4905756" y="2327148"/>
            <a:ext cx="265176" cy="265176"/>
          </a:xfrm>
          <a:prstGeom prst="rect">
            <a:avLst/>
          </a:prstGeom>
        </p:spPr>
      </p:pic>
      <p:sp>
        <p:nvSpPr>
          <p:cNvPr id="25" name="Text 17"/>
          <p:cNvSpPr txBox="1"/>
          <p:nvPr/>
        </p:nvSpPr>
        <p:spPr>
          <a:xfrm>
            <a:off x="5394960" y="2029968"/>
            <a:ext cx="114300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Kurikulum Merdeka</a:t>
            </a:r>
            <a:endParaRPr lang="en-US" sz="1200" dirty="0"/>
          </a:p>
        </p:txBody>
      </p:sp>
      <p:sp>
        <p:nvSpPr>
          <p:cNvPr id="26" name="Nilai Belajar kapan saja"/>
          <p:cNvSpPr/>
          <p:nvPr/>
        </p:nvSpPr>
        <p:spPr>
          <a:xfrm>
            <a:off x="6766560" y="2029968"/>
            <a:ext cx="1920240" cy="868680"/>
          </a:xfrm>
          <a:prstGeom prst="roundRect">
            <a:avLst>
              <a:gd name="adj" fmla="val 12632"/>
            </a:avLst>
          </a:prstGeom>
          <a:solidFill>
            <a:srgbClr val="EFEFEF"/>
          </a:solidFill>
          <a:ln w="12700">
            <a:solidFill>
              <a:srgbClr val="EFEFEF"/>
            </a:solidFill>
            <a:prstDash val="solid"/>
          </a:ln>
        </p:spPr>
      </p:sp>
      <p:sp>
        <p:nvSpPr>
          <p:cNvPr id="27" name="Shape 19"/>
          <p:cNvSpPr/>
          <p:nvPr/>
        </p:nvSpPr>
        <p:spPr>
          <a:xfrm>
            <a:off x="6876288" y="2194560"/>
            <a:ext cx="530352" cy="530352"/>
          </a:xfrm>
          <a:prstGeom prst="ellipse">
            <a:avLst/>
          </a:prstGeom>
          <a:solidFill>
            <a:srgbClr val="D867B2"/>
          </a:solidFill>
          <a:ln w="12700">
            <a:solidFill>
              <a:srgbClr val="D867B2"/>
            </a:solidFill>
            <a:prstDash val="solid"/>
          </a:ln>
        </p:spPr>
      </p:sp>
      <p:pic>
        <p:nvPicPr>
          <p:cNvPr id="28" name="Image 5" descr="preencoded.png">    </p:cNvPr>
          <p:cNvPicPr>
            <a:picLocks noChangeAspect="1"/>
          </p:cNvPicPr>
          <p:nvPr/>
        </p:nvPicPr>
        <p:blipFill>
          <a:blip r:embed="rId6"/>
          <a:stretch>
            <a:fillRect/>
          </a:stretch>
        </p:blipFill>
        <p:spPr>
          <a:xfrm>
            <a:off x="7008876" y="2327148"/>
            <a:ext cx="265176" cy="265176"/>
          </a:xfrm>
          <a:prstGeom prst="rect">
            <a:avLst/>
          </a:prstGeom>
        </p:spPr>
      </p:pic>
      <p:sp>
        <p:nvSpPr>
          <p:cNvPr id="29" name="Text 20"/>
          <p:cNvSpPr txBox="1"/>
          <p:nvPr/>
        </p:nvSpPr>
        <p:spPr>
          <a:xfrm>
            <a:off x="7498080" y="2029968"/>
            <a:ext cx="114300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Belajar kapan saja</a:t>
            </a:r>
            <a:endParaRPr lang="en-US" sz="1200" dirty="0"/>
          </a:p>
        </p:txBody>
      </p:sp>
      <p:sp>
        <p:nvSpPr>
          <p:cNvPr id="30" name="Text 21"/>
          <p:cNvSpPr txBox="1"/>
          <p:nvPr/>
        </p:nvSpPr>
        <p:spPr>
          <a:xfrm>
            <a:off x="457200" y="2990088"/>
            <a:ext cx="8229600" cy="256032"/>
          </a:xfrm>
          <a:prstGeom prst="rect">
            <a:avLst/>
          </a:prstGeom>
          <a:noFill/>
          <a:ln/>
        </p:spPr>
        <p:txBody>
          <a:bodyPr wrap="square" lIns="0" tIns="0" rIns="0" bIns="0" rtlCol="0" anchor="ctr"/>
          <a:lstStyle/>
          <a:p>
            <a:pPr indent="0" marL="0">
              <a:buNone/>
            </a:pPr>
            <a:r>
              <a:rPr lang="en-US" sz="1300" b="1" dirty="0">
                <a:solidFill>
                  <a:srgbClr val="0F7F6A"/>
                </a:solidFill>
                <a:latin typeface="Calibri" pitchFamily="34" charset="0"/>
                <a:ea typeface="Calibri" pitchFamily="34" charset="-122"/>
                <a:cs typeface="Calibri" pitchFamily="34" charset="-120"/>
              </a:rPr>
              <a:t>Model bisnis: paket langganan bulanan</a:t>
            </a:r>
            <a:endParaRPr lang="en-US" sz="1300" dirty="0"/>
          </a:p>
        </p:txBody>
      </p:sp>
      <p:sp>
        <p:nvSpPr>
          <p:cNvPr id="31" name="Paket SD"/>
          <p:cNvSpPr/>
          <p:nvPr/>
        </p:nvSpPr>
        <p:spPr>
          <a:xfrm>
            <a:off x="457200" y="3291840"/>
            <a:ext cx="1920240" cy="1005840"/>
          </a:xfrm>
          <a:prstGeom prst="roundRect">
            <a:avLst>
              <a:gd name="adj" fmla="val 10909"/>
            </a:avLst>
          </a:prstGeom>
          <a:solidFill>
            <a:srgbClr val="61B331"/>
          </a:solidFill>
          <a:ln w="12700">
            <a:solidFill>
              <a:srgbClr val="61B331"/>
            </a:solidFill>
            <a:prstDash val="solid"/>
          </a:ln>
          <a:effectLst>
            <a:outerShdw sx="100000" sy="100000" kx="0" ky="0" algn="bl" rotWithShape="0" blurRad="76200" dist="25400" dir="5400000">
              <a:srgbClr val="000000">
                <a:alpha val="12000"/>
              </a:srgbClr>
            </a:outerShdw>
          </a:effectLst>
        </p:spPr>
      </p:sp>
      <p:sp>
        <p:nvSpPr>
          <p:cNvPr id="32" name="Text 23"/>
          <p:cNvSpPr txBox="1"/>
          <p:nvPr/>
        </p:nvSpPr>
        <p:spPr>
          <a:xfrm>
            <a:off x="457200" y="3364992"/>
            <a:ext cx="19202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Paket SD</a:t>
            </a:r>
            <a:endParaRPr lang="en-US" sz="1200" dirty="0"/>
          </a:p>
        </p:txBody>
      </p:sp>
      <p:sp>
        <p:nvSpPr>
          <p:cNvPr id="33" name="Text 24"/>
          <p:cNvSpPr txBox="1"/>
          <p:nvPr/>
        </p:nvSpPr>
        <p:spPr>
          <a:xfrm>
            <a:off x="457200" y="3611880"/>
            <a:ext cx="192024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Rp99.000</a:t>
            </a:r>
            <a:endParaRPr lang="en-US" sz="2600" dirty="0"/>
          </a:p>
        </p:txBody>
      </p:sp>
      <p:sp>
        <p:nvSpPr>
          <p:cNvPr id="34" name="Text 25"/>
          <p:cNvSpPr txBox="1"/>
          <p:nvPr/>
        </p:nvSpPr>
        <p:spPr>
          <a:xfrm>
            <a:off x="457200" y="4023360"/>
            <a:ext cx="19202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per bulan</a:t>
            </a:r>
            <a:endParaRPr lang="en-US" sz="1000" dirty="0"/>
          </a:p>
        </p:txBody>
      </p:sp>
      <p:sp>
        <p:nvSpPr>
          <p:cNvPr id="35" name="Paket SMP"/>
          <p:cNvSpPr/>
          <p:nvPr/>
        </p:nvSpPr>
        <p:spPr>
          <a:xfrm>
            <a:off x="2560320" y="3291840"/>
            <a:ext cx="1920240" cy="1005840"/>
          </a:xfrm>
          <a:prstGeom prst="roundRect">
            <a:avLst>
              <a:gd name="adj" fmla="val 10909"/>
            </a:avLst>
          </a:prstGeom>
          <a:solidFill>
            <a:srgbClr val="2FA4E7"/>
          </a:solidFill>
          <a:ln w="12700">
            <a:solidFill>
              <a:srgbClr val="2FA4E7"/>
            </a:solidFill>
            <a:prstDash val="solid"/>
          </a:ln>
          <a:effectLst>
            <a:outerShdw sx="100000" sy="100000" kx="0" ky="0" algn="bl" rotWithShape="0" blurRad="76200" dist="25400" dir="5400000">
              <a:srgbClr val="000000">
                <a:alpha val="12000"/>
              </a:srgbClr>
            </a:outerShdw>
          </a:effectLst>
        </p:spPr>
      </p:sp>
      <p:sp>
        <p:nvSpPr>
          <p:cNvPr id="36" name="Text 27"/>
          <p:cNvSpPr txBox="1"/>
          <p:nvPr/>
        </p:nvSpPr>
        <p:spPr>
          <a:xfrm>
            <a:off x="2560320" y="3364992"/>
            <a:ext cx="19202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Paket SMP</a:t>
            </a:r>
            <a:endParaRPr lang="en-US" sz="1200" dirty="0"/>
          </a:p>
        </p:txBody>
      </p:sp>
      <p:sp>
        <p:nvSpPr>
          <p:cNvPr id="37" name="Text 28"/>
          <p:cNvSpPr txBox="1"/>
          <p:nvPr/>
        </p:nvSpPr>
        <p:spPr>
          <a:xfrm>
            <a:off x="2560320" y="3611880"/>
            <a:ext cx="192024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Rp129.000</a:t>
            </a:r>
            <a:endParaRPr lang="en-US" sz="2600" dirty="0"/>
          </a:p>
        </p:txBody>
      </p:sp>
      <p:sp>
        <p:nvSpPr>
          <p:cNvPr id="38" name="Text 29"/>
          <p:cNvSpPr txBox="1"/>
          <p:nvPr/>
        </p:nvSpPr>
        <p:spPr>
          <a:xfrm>
            <a:off x="2560320" y="4023360"/>
            <a:ext cx="19202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per bulan</a:t>
            </a:r>
            <a:endParaRPr lang="en-US" sz="1000" dirty="0"/>
          </a:p>
        </p:txBody>
      </p:sp>
      <p:sp>
        <p:nvSpPr>
          <p:cNvPr id="39" name="Paket SMA"/>
          <p:cNvSpPr/>
          <p:nvPr/>
        </p:nvSpPr>
        <p:spPr>
          <a:xfrm>
            <a:off x="4663440" y="3291840"/>
            <a:ext cx="1920240" cy="1005840"/>
          </a:xfrm>
          <a:prstGeom prst="roundRect">
            <a:avLst>
              <a:gd name="adj" fmla="val 10909"/>
            </a:avLst>
          </a:prstGeom>
          <a:solidFill>
            <a:srgbClr val="E9573F"/>
          </a:solidFill>
          <a:ln w="12700">
            <a:solidFill>
              <a:srgbClr val="E9573F"/>
            </a:solidFill>
            <a:prstDash val="solid"/>
          </a:ln>
          <a:effectLst>
            <a:outerShdw sx="100000" sy="100000" kx="0" ky="0" algn="bl" rotWithShape="0" blurRad="76200" dist="25400" dir="5400000">
              <a:srgbClr val="000000">
                <a:alpha val="12000"/>
              </a:srgbClr>
            </a:outerShdw>
          </a:effectLst>
        </p:spPr>
      </p:sp>
      <p:sp>
        <p:nvSpPr>
          <p:cNvPr id="40" name="Text 31"/>
          <p:cNvSpPr txBox="1"/>
          <p:nvPr/>
        </p:nvSpPr>
        <p:spPr>
          <a:xfrm>
            <a:off x="4663440" y="3364992"/>
            <a:ext cx="19202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Paket SMA</a:t>
            </a:r>
            <a:endParaRPr lang="en-US" sz="1200" dirty="0"/>
          </a:p>
        </p:txBody>
      </p:sp>
      <p:sp>
        <p:nvSpPr>
          <p:cNvPr id="41" name="Text 32"/>
          <p:cNvSpPr txBox="1"/>
          <p:nvPr/>
        </p:nvSpPr>
        <p:spPr>
          <a:xfrm>
            <a:off x="4663440" y="3611880"/>
            <a:ext cx="192024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Rp159.000</a:t>
            </a:r>
            <a:endParaRPr lang="en-US" sz="2600" dirty="0"/>
          </a:p>
        </p:txBody>
      </p:sp>
      <p:sp>
        <p:nvSpPr>
          <p:cNvPr id="42" name="Text 33"/>
          <p:cNvSpPr txBox="1"/>
          <p:nvPr/>
        </p:nvSpPr>
        <p:spPr>
          <a:xfrm>
            <a:off x="4663440" y="4023360"/>
            <a:ext cx="19202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per bulan</a:t>
            </a:r>
            <a:endParaRPr lang="en-US" sz="1000" dirty="0"/>
          </a:p>
        </p:txBody>
      </p:sp>
      <p:sp>
        <p:nvSpPr>
          <p:cNvPr id="43" name="Paket UTBK Intensif"/>
          <p:cNvSpPr/>
          <p:nvPr/>
        </p:nvSpPr>
        <p:spPr>
          <a:xfrm>
            <a:off x="6766560" y="3291840"/>
            <a:ext cx="1920240" cy="1005840"/>
          </a:xfrm>
          <a:prstGeom prst="roundRect">
            <a:avLst>
              <a:gd name="adj" fmla="val 10909"/>
            </a:avLst>
          </a:prstGeom>
          <a:solidFill>
            <a:srgbClr val="D867B2"/>
          </a:solidFill>
          <a:ln w="12700">
            <a:solidFill>
              <a:srgbClr val="D867B2"/>
            </a:solidFill>
            <a:prstDash val="solid"/>
          </a:ln>
          <a:effectLst>
            <a:outerShdw sx="100000" sy="100000" kx="0" ky="0" algn="bl" rotWithShape="0" blurRad="76200" dist="25400" dir="5400000">
              <a:srgbClr val="000000">
                <a:alpha val="12000"/>
              </a:srgbClr>
            </a:outerShdw>
          </a:effectLst>
        </p:spPr>
      </p:sp>
      <p:sp>
        <p:nvSpPr>
          <p:cNvPr id="44" name="Text 35"/>
          <p:cNvSpPr txBox="1"/>
          <p:nvPr/>
        </p:nvSpPr>
        <p:spPr>
          <a:xfrm>
            <a:off x="6766560" y="3364992"/>
            <a:ext cx="192024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Paket UTBK Intensif</a:t>
            </a:r>
            <a:endParaRPr lang="en-US" sz="1200" dirty="0"/>
          </a:p>
        </p:txBody>
      </p:sp>
      <p:sp>
        <p:nvSpPr>
          <p:cNvPr id="45" name="Text 36"/>
          <p:cNvSpPr txBox="1"/>
          <p:nvPr/>
        </p:nvSpPr>
        <p:spPr>
          <a:xfrm>
            <a:off x="6766560" y="3611880"/>
            <a:ext cx="1920240" cy="4572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Rp249.000</a:t>
            </a:r>
            <a:endParaRPr lang="en-US" sz="2600" dirty="0"/>
          </a:p>
        </p:txBody>
      </p:sp>
      <p:sp>
        <p:nvSpPr>
          <p:cNvPr id="46" name="Text 37"/>
          <p:cNvSpPr txBox="1"/>
          <p:nvPr/>
        </p:nvSpPr>
        <p:spPr>
          <a:xfrm>
            <a:off x="6766560" y="4023360"/>
            <a:ext cx="1920240" cy="228600"/>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per bulan</a:t>
            </a:r>
            <a:endParaRPr lang="en-US" sz="1000" dirty="0"/>
          </a:p>
        </p:txBody>
      </p:sp>
      <p:sp>
        <p:nvSpPr>
          <p:cNvPr id="47" name="Shape 38"/>
          <p:cNvSpPr/>
          <p:nvPr/>
        </p:nvSpPr>
        <p:spPr>
          <a:xfrm>
            <a:off x="457200" y="4434840"/>
            <a:ext cx="4114800" cy="274320"/>
          </a:xfrm>
          <a:prstGeom prst="roundRect">
            <a:avLst>
              <a:gd name="adj" fmla="val 46667"/>
            </a:avLst>
          </a:prstGeom>
          <a:solidFill>
            <a:srgbClr val="0F7F6A"/>
          </a:solidFill>
          <a:ln w="12700">
            <a:solidFill>
              <a:srgbClr val="0F7F6A"/>
            </a:solidFill>
            <a:prstDash val="solid"/>
          </a:ln>
        </p:spPr>
      </p:sp>
      <p:sp>
        <p:nvSpPr>
          <p:cNvPr id="48" name="Text 39"/>
          <p:cNvSpPr txBox="1"/>
          <p:nvPr/>
        </p:nvSpPr>
        <p:spPr>
          <a:xfrm>
            <a:off x="457200" y="4434840"/>
            <a:ext cx="411480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Target: siswa SD–SMA &amp; orang tua di Indonesia</a:t>
            </a:r>
            <a:endParaRPr lang="en-US" sz="1100" dirty="0"/>
          </a:p>
        </p:txBody>
      </p:sp>
      <p:sp>
        <p:nvSpPr>
          <p:cNvPr id="49" name="Shape 40"/>
          <p:cNvSpPr/>
          <p:nvPr/>
        </p:nvSpPr>
        <p:spPr>
          <a:xfrm>
            <a:off x="4663440" y="4434840"/>
            <a:ext cx="4023360" cy="274320"/>
          </a:xfrm>
          <a:prstGeom prst="roundRect">
            <a:avLst>
              <a:gd name="adj" fmla="val 46667"/>
            </a:avLst>
          </a:prstGeom>
          <a:solidFill>
            <a:srgbClr val="333333"/>
          </a:solidFill>
          <a:ln w="12700">
            <a:solidFill>
              <a:srgbClr val="333333"/>
            </a:solidFill>
            <a:prstDash val="solid"/>
          </a:ln>
        </p:spPr>
      </p:sp>
      <p:sp>
        <p:nvSpPr>
          <p:cNvPr id="50" name="Text 41"/>
          <p:cNvSpPr txBox="1"/>
          <p:nvPr/>
        </p:nvSpPr>
        <p:spPr>
          <a:xfrm>
            <a:off x="4663440" y="4434840"/>
            <a:ext cx="402336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Kantor pusat (fiktif): Tebet, Jakarta Selatan</a:t>
            </a:r>
            <a:endParaRPr lang="en-US" sz="1100" dirty="0"/>
          </a:p>
        </p:txBody>
      </p:sp>
      <p:sp>
        <p:nvSpPr>
          <p:cNvPr id="51"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Target Pengguna</a:t>
            </a:r>
            <a:endParaRPr lang="en-US" sz="3000" dirty="0"/>
          </a:p>
        </p:txBody>
      </p:sp>
      <p:sp>
        <p:nvSpPr>
          <p:cNvPr id="4" name="Persona Orang Tua"/>
          <p:cNvSpPr/>
          <p:nvPr/>
        </p:nvSpPr>
        <p:spPr>
          <a:xfrm>
            <a:off x="457200" y="1051560"/>
            <a:ext cx="4023360" cy="315468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457200" y="1051560"/>
            <a:ext cx="4023360" cy="73152"/>
          </a:xfrm>
          <a:prstGeom prst="rect">
            <a:avLst/>
          </a:prstGeom>
          <a:solidFill>
            <a:srgbClr val="14A085"/>
          </a:solidFill>
          <a:ln w="12700">
            <a:solidFill>
              <a:srgbClr val="14A085"/>
            </a:solidFill>
            <a:prstDash val="solid"/>
          </a:ln>
        </p:spPr>
      </p:sp>
      <p:sp>
        <p:nvSpPr>
          <p:cNvPr id="6" name="Shape 3"/>
          <p:cNvSpPr/>
          <p:nvPr/>
        </p:nvSpPr>
        <p:spPr>
          <a:xfrm>
            <a:off x="685800" y="1325880"/>
            <a:ext cx="822960" cy="822960"/>
          </a:xfrm>
          <a:prstGeom prst="ellipse">
            <a:avLst/>
          </a:prstGeom>
          <a:solidFill>
            <a:srgbClr val="14A085"/>
          </a:solidFill>
          <a:ln w="12700">
            <a:solidFill>
              <a:srgbClr val="14A085"/>
            </a:solidFill>
            <a:prstDash val="solid"/>
          </a:ln>
        </p:spPr>
      </p:sp>
      <p:pic>
        <p:nvPicPr>
          <p:cNvPr id="7" name="Image 0" descr="preencoded.png">    </p:cNvPr>
          <p:cNvPicPr>
            <a:picLocks noChangeAspect="1"/>
          </p:cNvPicPr>
          <p:nvPr/>
        </p:nvPicPr>
        <p:blipFill>
          <a:blip r:embed="rId1"/>
          <a:stretch>
            <a:fillRect/>
          </a:stretch>
        </p:blipFill>
        <p:spPr>
          <a:xfrm>
            <a:off x="891540" y="1531620"/>
            <a:ext cx="411480" cy="411480"/>
          </a:xfrm>
          <a:prstGeom prst="rect">
            <a:avLst/>
          </a:prstGeom>
        </p:spPr>
      </p:pic>
      <p:sp>
        <p:nvSpPr>
          <p:cNvPr id="8" name="Text 4"/>
          <p:cNvSpPr txBox="1"/>
          <p:nvPr/>
        </p:nvSpPr>
        <p:spPr>
          <a:xfrm>
            <a:off x="1691640" y="1325880"/>
            <a:ext cx="2651760" cy="457200"/>
          </a:xfrm>
          <a:prstGeom prst="rect">
            <a:avLst/>
          </a:prstGeom>
          <a:noFill/>
          <a:ln/>
        </p:spPr>
        <p:txBody>
          <a:bodyPr wrap="square" lIns="0" tIns="0" rIns="0" bIns="0" rtlCol="0" anchor="ctr"/>
          <a:lstStyle/>
          <a:p>
            <a:pPr indent="0" marL="0">
              <a:buNone/>
            </a:pPr>
            <a:r>
              <a:rPr lang="en-US" sz="2400" b="1" dirty="0">
                <a:solidFill>
                  <a:srgbClr val="14A085"/>
                </a:solidFill>
                <a:latin typeface="Calibri" pitchFamily="34" charset="0"/>
                <a:ea typeface="Calibri" pitchFamily="34" charset="-122"/>
                <a:cs typeface="Calibri" pitchFamily="34" charset="-120"/>
              </a:rPr>
              <a:t>Orang Tua</a:t>
            </a:r>
            <a:endParaRPr lang="en-US" sz="2400" dirty="0"/>
          </a:p>
        </p:txBody>
      </p:sp>
      <p:sp>
        <p:nvSpPr>
          <p:cNvPr id="9" name="Text 5"/>
          <p:cNvSpPr txBox="1"/>
          <p:nvPr/>
        </p:nvSpPr>
        <p:spPr>
          <a:xfrm>
            <a:off x="1691640" y="1783080"/>
            <a:ext cx="2651760" cy="3200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Pengambil keputusan</a:t>
            </a:r>
            <a:endParaRPr lang="en-US" sz="1200" dirty="0"/>
          </a:p>
        </p:txBody>
      </p:sp>
      <p:sp>
        <p:nvSpPr>
          <p:cNvPr id="10" name="Shape 6"/>
          <p:cNvSpPr/>
          <p:nvPr/>
        </p:nvSpPr>
        <p:spPr>
          <a:xfrm>
            <a:off x="685800" y="2331720"/>
            <a:ext cx="3566160" cy="475488"/>
          </a:xfrm>
          <a:prstGeom prst="roundRect">
            <a:avLst>
              <a:gd name="adj" fmla="val 19231"/>
            </a:avLst>
          </a:prstGeom>
          <a:solidFill>
            <a:srgbClr val="EFEFEF"/>
          </a:solidFill>
          <a:ln w="12700">
            <a:solidFill>
              <a:srgbClr val="EFEFEF"/>
            </a:solidFill>
            <a:prstDash val="solid"/>
          </a:ln>
        </p:spPr>
      </p:sp>
      <p:pic>
        <p:nvPicPr>
          <p:cNvPr id="11" name="Image 1" descr="preencoded.png">    </p:cNvPr>
          <p:cNvPicPr>
            <a:picLocks noChangeAspect="1"/>
          </p:cNvPicPr>
          <p:nvPr/>
        </p:nvPicPr>
        <p:blipFill>
          <a:blip r:embed="rId2"/>
          <a:stretch>
            <a:fillRect/>
          </a:stretch>
        </p:blipFill>
        <p:spPr>
          <a:xfrm>
            <a:off x="822960" y="2450592"/>
            <a:ext cx="237744" cy="237744"/>
          </a:xfrm>
          <a:prstGeom prst="rect">
            <a:avLst/>
          </a:prstGeom>
        </p:spPr>
      </p:pic>
      <p:sp>
        <p:nvSpPr>
          <p:cNvPr id="12" name="Text 7"/>
          <p:cNvSpPr txBox="1"/>
          <p:nvPr/>
        </p:nvSpPr>
        <p:spPr>
          <a:xfrm>
            <a:off x="1234440" y="2331720"/>
            <a:ext cx="2926080" cy="47548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Mencari les yang terpercaya</a:t>
            </a:r>
            <a:endParaRPr lang="en-US" sz="1300" dirty="0"/>
          </a:p>
        </p:txBody>
      </p:sp>
      <p:sp>
        <p:nvSpPr>
          <p:cNvPr id="13" name="Shape 8"/>
          <p:cNvSpPr/>
          <p:nvPr/>
        </p:nvSpPr>
        <p:spPr>
          <a:xfrm>
            <a:off x="685800" y="2926080"/>
            <a:ext cx="3566160" cy="475488"/>
          </a:xfrm>
          <a:prstGeom prst="roundRect">
            <a:avLst>
              <a:gd name="adj" fmla="val 19231"/>
            </a:avLst>
          </a:prstGeom>
          <a:solidFill>
            <a:srgbClr val="EFEFEF"/>
          </a:solidFill>
          <a:ln w="12700">
            <a:solidFill>
              <a:srgbClr val="EFEFEF"/>
            </a:solidFill>
            <a:prstDash val="solid"/>
          </a:ln>
        </p:spPr>
      </p:sp>
      <p:pic>
        <p:nvPicPr>
          <p:cNvPr id="14" name="Image 2" descr="preencoded.png">    </p:cNvPr>
          <p:cNvPicPr>
            <a:picLocks noChangeAspect="1"/>
          </p:cNvPicPr>
          <p:nvPr/>
        </p:nvPicPr>
        <p:blipFill>
          <a:blip r:embed="rId3"/>
          <a:stretch>
            <a:fillRect/>
          </a:stretch>
        </p:blipFill>
        <p:spPr>
          <a:xfrm>
            <a:off x="822960" y="3044952"/>
            <a:ext cx="237744" cy="237744"/>
          </a:xfrm>
          <a:prstGeom prst="rect">
            <a:avLst/>
          </a:prstGeom>
        </p:spPr>
      </p:pic>
      <p:sp>
        <p:nvSpPr>
          <p:cNvPr id="15" name="Text 9"/>
          <p:cNvSpPr txBox="1"/>
          <p:nvPr/>
        </p:nvSpPr>
        <p:spPr>
          <a:xfrm>
            <a:off x="1234440" y="2926080"/>
            <a:ext cx="2926080" cy="47548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Cek harga &amp; testimoni</a:t>
            </a:r>
            <a:endParaRPr lang="en-US" sz="1300" dirty="0"/>
          </a:p>
        </p:txBody>
      </p:sp>
      <p:sp>
        <p:nvSpPr>
          <p:cNvPr id="16" name="Shape 10"/>
          <p:cNvSpPr/>
          <p:nvPr/>
        </p:nvSpPr>
        <p:spPr>
          <a:xfrm>
            <a:off x="685800" y="3520440"/>
            <a:ext cx="3566160" cy="475488"/>
          </a:xfrm>
          <a:prstGeom prst="roundRect">
            <a:avLst>
              <a:gd name="adj" fmla="val 19231"/>
            </a:avLst>
          </a:prstGeom>
          <a:solidFill>
            <a:srgbClr val="EFEFEF"/>
          </a:solidFill>
          <a:ln w="12700">
            <a:solidFill>
              <a:srgbClr val="EFEFEF"/>
            </a:solidFill>
            <a:prstDash val="solid"/>
          </a:ln>
        </p:spPr>
      </p:sp>
      <p:pic>
        <p:nvPicPr>
          <p:cNvPr id="17" name="Image 3" descr="preencoded.png">    </p:cNvPr>
          <p:cNvPicPr>
            <a:picLocks noChangeAspect="1"/>
          </p:cNvPicPr>
          <p:nvPr/>
        </p:nvPicPr>
        <p:blipFill>
          <a:blip r:embed="rId4"/>
          <a:stretch>
            <a:fillRect/>
          </a:stretch>
        </p:blipFill>
        <p:spPr>
          <a:xfrm>
            <a:off x="822960" y="3639312"/>
            <a:ext cx="237744" cy="237744"/>
          </a:xfrm>
          <a:prstGeom prst="rect">
            <a:avLst/>
          </a:prstGeom>
        </p:spPr>
      </p:pic>
      <p:sp>
        <p:nvSpPr>
          <p:cNvPr id="18" name="Text 11"/>
          <p:cNvSpPr txBox="1"/>
          <p:nvPr/>
        </p:nvSpPr>
        <p:spPr>
          <a:xfrm>
            <a:off x="1234440" y="3520440"/>
            <a:ext cx="2926080" cy="47548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Sering membuka lewat HP</a:t>
            </a:r>
            <a:endParaRPr lang="en-US" sz="1300" dirty="0"/>
          </a:p>
        </p:txBody>
      </p:sp>
      <p:sp>
        <p:nvSpPr>
          <p:cNvPr id="19" name="Persona Siswa"/>
          <p:cNvSpPr/>
          <p:nvPr/>
        </p:nvSpPr>
        <p:spPr>
          <a:xfrm>
            <a:off x="4663440" y="1051560"/>
            <a:ext cx="4023360" cy="3154680"/>
          </a:xfrm>
          <a:prstGeom prst="roundRect">
            <a:avLst>
              <a:gd name="adj" fmla="val 3478"/>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3"/>
          <p:cNvSpPr/>
          <p:nvPr/>
        </p:nvSpPr>
        <p:spPr>
          <a:xfrm>
            <a:off x="4663440" y="1051560"/>
            <a:ext cx="4023360" cy="73152"/>
          </a:xfrm>
          <a:prstGeom prst="rect">
            <a:avLst/>
          </a:prstGeom>
          <a:solidFill>
            <a:srgbClr val="2FA4E7"/>
          </a:solidFill>
          <a:ln w="12700">
            <a:solidFill>
              <a:srgbClr val="2FA4E7"/>
            </a:solidFill>
            <a:prstDash val="solid"/>
          </a:ln>
        </p:spPr>
      </p:sp>
      <p:sp>
        <p:nvSpPr>
          <p:cNvPr id="21" name="Shape 14"/>
          <p:cNvSpPr/>
          <p:nvPr/>
        </p:nvSpPr>
        <p:spPr>
          <a:xfrm>
            <a:off x="4892040" y="1325880"/>
            <a:ext cx="822960" cy="822960"/>
          </a:xfrm>
          <a:prstGeom prst="ellipse">
            <a:avLst/>
          </a:prstGeom>
          <a:solidFill>
            <a:srgbClr val="2FA4E7"/>
          </a:solidFill>
          <a:ln w="12700">
            <a:solidFill>
              <a:srgbClr val="2FA4E7"/>
            </a:solidFill>
            <a:prstDash val="solid"/>
          </a:ln>
        </p:spPr>
      </p:sp>
      <p:pic>
        <p:nvPicPr>
          <p:cNvPr id="22" name="Image 4" descr="preencoded.png">    </p:cNvPr>
          <p:cNvPicPr>
            <a:picLocks noChangeAspect="1"/>
          </p:cNvPicPr>
          <p:nvPr/>
        </p:nvPicPr>
        <p:blipFill>
          <a:blip r:embed="rId5"/>
          <a:stretch>
            <a:fillRect/>
          </a:stretch>
        </p:blipFill>
        <p:spPr>
          <a:xfrm>
            <a:off x="5097780" y="1531620"/>
            <a:ext cx="411480" cy="411480"/>
          </a:xfrm>
          <a:prstGeom prst="rect">
            <a:avLst/>
          </a:prstGeom>
        </p:spPr>
      </p:pic>
      <p:sp>
        <p:nvSpPr>
          <p:cNvPr id="23" name="Text 15"/>
          <p:cNvSpPr txBox="1"/>
          <p:nvPr/>
        </p:nvSpPr>
        <p:spPr>
          <a:xfrm>
            <a:off x="5897880" y="1325880"/>
            <a:ext cx="2651760" cy="457200"/>
          </a:xfrm>
          <a:prstGeom prst="rect">
            <a:avLst/>
          </a:prstGeom>
          <a:noFill/>
          <a:ln/>
        </p:spPr>
        <p:txBody>
          <a:bodyPr wrap="square" lIns="0" tIns="0" rIns="0" bIns="0" rtlCol="0" anchor="ctr"/>
          <a:lstStyle/>
          <a:p>
            <a:pPr indent="0" marL="0">
              <a:buNone/>
            </a:pPr>
            <a:r>
              <a:rPr lang="en-US" sz="2400" b="1" dirty="0">
                <a:solidFill>
                  <a:srgbClr val="2FA4E7"/>
                </a:solidFill>
                <a:latin typeface="Calibri" pitchFamily="34" charset="0"/>
                <a:ea typeface="Calibri" pitchFamily="34" charset="-122"/>
                <a:cs typeface="Calibri" pitchFamily="34" charset="-120"/>
              </a:rPr>
              <a:t>Siswa</a:t>
            </a:r>
            <a:endParaRPr lang="en-US" sz="2400" dirty="0"/>
          </a:p>
        </p:txBody>
      </p:sp>
      <p:sp>
        <p:nvSpPr>
          <p:cNvPr id="24" name="Text 16"/>
          <p:cNvSpPr txBox="1"/>
          <p:nvPr/>
        </p:nvSpPr>
        <p:spPr>
          <a:xfrm>
            <a:off x="5897880" y="1783080"/>
            <a:ext cx="2651760" cy="320040"/>
          </a:xfrm>
          <a:prstGeom prst="rect">
            <a:avLst/>
          </a:prstGeom>
          <a:noFill/>
          <a:ln/>
        </p:spPr>
        <p:txBody>
          <a:bodyPr wrap="square" lIns="0" tIns="0" rIns="0" bIns="0" rtlCol="0" anchor="ctr"/>
          <a:lstStyle/>
          <a:p>
            <a:pPr indent="0" marL="0">
              <a:buNone/>
            </a:pPr>
            <a:r>
              <a:rPr lang="en-US" sz="1200" dirty="0">
                <a:solidFill>
                  <a:srgbClr val="6B6B6B"/>
                </a:solidFill>
                <a:latin typeface="Calibri" pitchFamily="34" charset="0"/>
                <a:ea typeface="Calibri" pitchFamily="34" charset="-122"/>
                <a:cs typeface="Calibri" pitchFamily="34" charset="-120"/>
              </a:rPr>
              <a:t>Pengguna belajar</a:t>
            </a:r>
            <a:endParaRPr lang="en-US" sz="1200" dirty="0"/>
          </a:p>
        </p:txBody>
      </p:sp>
      <p:sp>
        <p:nvSpPr>
          <p:cNvPr id="25" name="Shape 17"/>
          <p:cNvSpPr/>
          <p:nvPr/>
        </p:nvSpPr>
        <p:spPr>
          <a:xfrm>
            <a:off x="4892040" y="2331720"/>
            <a:ext cx="3566160" cy="475488"/>
          </a:xfrm>
          <a:prstGeom prst="roundRect">
            <a:avLst>
              <a:gd name="adj" fmla="val 19231"/>
            </a:avLst>
          </a:prstGeom>
          <a:solidFill>
            <a:srgbClr val="EFEFEF"/>
          </a:solidFill>
          <a:ln w="12700">
            <a:solidFill>
              <a:srgbClr val="EFEFEF"/>
            </a:solidFill>
            <a:prstDash val="solid"/>
          </a:ln>
        </p:spPr>
      </p:sp>
      <p:pic>
        <p:nvPicPr>
          <p:cNvPr id="26" name="Image 5" descr="preencoded.png">    </p:cNvPr>
          <p:cNvPicPr>
            <a:picLocks noChangeAspect="1"/>
          </p:cNvPicPr>
          <p:nvPr/>
        </p:nvPicPr>
        <p:blipFill>
          <a:blip r:embed="rId6"/>
          <a:stretch>
            <a:fillRect/>
          </a:stretch>
        </p:blipFill>
        <p:spPr>
          <a:xfrm>
            <a:off x="5029200" y="2450592"/>
            <a:ext cx="237744" cy="237744"/>
          </a:xfrm>
          <a:prstGeom prst="rect">
            <a:avLst/>
          </a:prstGeom>
        </p:spPr>
      </p:pic>
      <p:sp>
        <p:nvSpPr>
          <p:cNvPr id="27" name="Text 18"/>
          <p:cNvSpPr txBox="1"/>
          <p:nvPr/>
        </p:nvSpPr>
        <p:spPr>
          <a:xfrm>
            <a:off x="5440680" y="2331720"/>
            <a:ext cx="2926080" cy="47548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Materi sesuai jenjang</a:t>
            </a:r>
            <a:endParaRPr lang="en-US" sz="1300" dirty="0"/>
          </a:p>
        </p:txBody>
      </p:sp>
      <p:sp>
        <p:nvSpPr>
          <p:cNvPr id="28" name="Shape 19"/>
          <p:cNvSpPr/>
          <p:nvPr/>
        </p:nvSpPr>
        <p:spPr>
          <a:xfrm>
            <a:off x="4892040" y="2926080"/>
            <a:ext cx="3566160" cy="475488"/>
          </a:xfrm>
          <a:prstGeom prst="roundRect">
            <a:avLst>
              <a:gd name="adj" fmla="val 19231"/>
            </a:avLst>
          </a:prstGeom>
          <a:solidFill>
            <a:srgbClr val="EFEFEF"/>
          </a:solidFill>
          <a:ln w="12700">
            <a:solidFill>
              <a:srgbClr val="EFEFEF"/>
            </a:solidFill>
            <a:prstDash val="solid"/>
          </a:ln>
        </p:spPr>
      </p:sp>
      <p:pic>
        <p:nvPicPr>
          <p:cNvPr id="29" name="Image 6" descr="preencoded.png">    </p:cNvPr>
          <p:cNvPicPr>
            <a:picLocks noChangeAspect="1"/>
          </p:cNvPicPr>
          <p:nvPr/>
        </p:nvPicPr>
        <p:blipFill>
          <a:blip r:embed="rId7"/>
          <a:stretch>
            <a:fillRect/>
          </a:stretch>
        </p:blipFill>
        <p:spPr>
          <a:xfrm>
            <a:off x="5029200" y="3044952"/>
            <a:ext cx="237744" cy="237744"/>
          </a:xfrm>
          <a:prstGeom prst="rect">
            <a:avLst/>
          </a:prstGeom>
        </p:spPr>
      </p:pic>
      <p:sp>
        <p:nvSpPr>
          <p:cNvPr id="30" name="Text 20"/>
          <p:cNvSpPr txBox="1"/>
          <p:nvPr/>
        </p:nvSpPr>
        <p:spPr>
          <a:xfrm>
            <a:off x="5440680" y="2926080"/>
            <a:ext cx="2926080" cy="47548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Latihan &amp; tryout</a:t>
            </a:r>
            <a:endParaRPr lang="en-US" sz="1300" dirty="0"/>
          </a:p>
        </p:txBody>
      </p:sp>
      <p:sp>
        <p:nvSpPr>
          <p:cNvPr id="31" name="Shape 21"/>
          <p:cNvSpPr/>
          <p:nvPr/>
        </p:nvSpPr>
        <p:spPr>
          <a:xfrm>
            <a:off x="4892040" y="3520440"/>
            <a:ext cx="3566160" cy="475488"/>
          </a:xfrm>
          <a:prstGeom prst="roundRect">
            <a:avLst>
              <a:gd name="adj" fmla="val 19231"/>
            </a:avLst>
          </a:prstGeom>
          <a:solidFill>
            <a:srgbClr val="EFEFEF"/>
          </a:solidFill>
          <a:ln w="12700">
            <a:solidFill>
              <a:srgbClr val="EFEFEF"/>
            </a:solidFill>
            <a:prstDash val="solid"/>
          </a:ln>
        </p:spPr>
      </p:sp>
      <p:pic>
        <p:nvPicPr>
          <p:cNvPr id="32" name="Image 7" descr="preencoded.png">    </p:cNvPr>
          <p:cNvPicPr>
            <a:picLocks noChangeAspect="1"/>
          </p:cNvPicPr>
          <p:nvPr/>
        </p:nvPicPr>
        <p:blipFill>
          <a:blip r:embed="rId8"/>
          <a:stretch>
            <a:fillRect/>
          </a:stretch>
        </p:blipFill>
        <p:spPr>
          <a:xfrm>
            <a:off x="5029200" y="3639312"/>
            <a:ext cx="237744" cy="237744"/>
          </a:xfrm>
          <a:prstGeom prst="rect">
            <a:avLst/>
          </a:prstGeom>
        </p:spPr>
      </p:pic>
      <p:sp>
        <p:nvSpPr>
          <p:cNvPr id="33" name="Text 22"/>
          <p:cNvSpPr txBox="1"/>
          <p:nvPr/>
        </p:nvSpPr>
        <p:spPr>
          <a:xfrm>
            <a:off x="5440680" y="3520440"/>
            <a:ext cx="2926080" cy="475488"/>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Belajar fleksibel, kapan saja</a:t>
            </a:r>
            <a:endParaRPr lang="en-US" sz="1300" dirty="0"/>
          </a:p>
        </p:txBody>
      </p:sp>
      <p:sp>
        <p:nvSpPr>
          <p:cNvPr id="34" name="Shape 23"/>
          <p:cNvSpPr/>
          <p:nvPr/>
        </p:nvSpPr>
        <p:spPr>
          <a:xfrm>
            <a:off x="457200" y="4370832"/>
            <a:ext cx="8229600" cy="329184"/>
          </a:xfrm>
          <a:prstGeom prst="roundRect">
            <a:avLst>
              <a:gd name="adj" fmla="val 38889"/>
            </a:avLst>
          </a:prstGeom>
          <a:solidFill>
            <a:srgbClr val="0F7F6A"/>
          </a:solidFill>
          <a:ln w="12700">
            <a:solidFill>
              <a:srgbClr val="0F7F6A"/>
            </a:solidFill>
            <a:prstDash val="solid"/>
          </a:ln>
        </p:spPr>
      </p:sp>
      <p:sp>
        <p:nvSpPr>
          <p:cNvPr id="35" name="Text 24"/>
          <p:cNvSpPr txBox="1"/>
          <p:nvPr/>
        </p:nvSpPr>
        <p:spPr>
          <a:xfrm>
            <a:off x="457200" y="4370832"/>
            <a:ext cx="822960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Satu situs untuk dua pengguna: yang membayar dan yang belajar</a:t>
            </a:r>
            <a:endParaRPr lang="en-US" sz="1300" dirty="0"/>
          </a:p>
        </p:txBody>
      </p:sp>
      <p:sp>
        <p:nvSpPr>
          <p:cNvPr id="36"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Project Overview</a:t>
            </a:r>
            <a:endParaRPr lang="en-US" sz="3000" dirty="0"/>
          </a:p>
        </p:txBody>
      </p:sp>
      <p:sp>
        <p:nvSpPr>
          <p:cNvPr id="4" name="Masalah"/>
          <p:cNvSpPr/>
          <p:nvPr/>
        </p:nvSpPr>
        <p:spPr>
          <a:xfrm>
            <a:off x="457200" y="1097280"/>
            <a:ext cx="3566160" cy="1234440"/>
          </a:xfrm>
          <a:prstGeom prst="roundRect">
            <a:avLst>
              <a:gd name="adj" fmla="val 8889"/>
            </a:avLst>
          </a:prstGeom>
          <a:solidFill>
            <a:srgbClr val="FDEBE8"/>
          </a:solidFill>
          <a:ln w="12700">
            <a:solidFill>
              <a:srgbClr val="FDEBE8"/>
            </a:solidFill>
            <a:prstDash val="solid"/>
          </a:ln>
        </p:spPr>
      </p:sp>
      <p:sp>
        <p:nvSpPr>
          <p:cNvPr id="5" name="Shape 2"/>
          <p:cNvSpPr/>
          <p:nvPr/>
        </p:nvSpPr>
        <p:spPr>
          <a:xfrm>
            <a:off x="640080" y="1325880"/>
            <a:ext cx="731520" cy="731520"/>
          </a:xfrm>
          <a:prstGeom prst="ellipse">
            <a:avLst/>
          </a:prstGeom>
          <a:solidFill>
            <a:srgbClr val="E9573F"/>
          </a:solidFill>
          <a:ln w="12700">
            <a:solidFill>
              <a:srgbClr val="E9573F"/>
            </a:solidFill>
            <a:prstDash val="solid"/>
          </a:ln>
        </p:spPr>
      </p:sp>
      <p:pic>
        <p:nvPicPr>
          <p:cNvPr id="6" name="Image 0" descr="preencoded.png">    </p:cNvPr>
          <p:cNvPicPr>
            <a:picLocks noChangeAspect="1"/>
          </p:cNvPicPr>
          <p:nvPr/>
        </p:nvPicPr>
        <p:blipFill>
          <a:blip r:embed="rId1"/>
          <a:stretch>
            <a:fillRect/>
          </a:stretch>
        </p:blipFill>
        <p:spPr>
          <a:xfrm>
            <a:off x="822960" y="1508760"/>
            <a:ext cx="365760" cy="365760"/>
          </a:xfrm>
          <a:prstGeom prst="rect">
            <a:avLst/>
          </a:prstGeom>
        </p:spPr>
      </p:pic>
      <p:sp>
        <p:nvSpPr>
          <p:cNvPr id="7" name="Text 3"/>
          <p:cNvSpPr txBox="1"/>
          <p:nvPr/>
        </p:nvSpPr>
        <p:spPr>
          <a:xfrm>
            <a:off x="1508760" y="1234440"/>
            <a:ext cx="2377440" cy="274320"/>
          </a:xfrm>
          <a:prstGeom prst="rect">
            <a:avLst/>
          </a:prstGeom>
          <a:noFill/>
          <a:ln/>
        </p:spPr>
        <p:txBody>
          <a:bodyPr wrap="square" lIns="0" tIns="0" rIns="0" bIns="0" rtlCol="0" anchor="ctr"/>
          <a:lstStyle/>
          <a:p>
            <a:pPr indent="0" marL="0">
              <a:buNone/>
            </a:pPr>
            <a:r>
              <a:rPr lang="en-US" sz="1200" b="1" dirty="0">
                <a:solidFill>
                  <a:srgbClr val="E9573F"/>
                </a:solidFill>
                <a:latin typeface="Calibri" pitchFamily="34" charset="0"/>
                <a:ea typeface="Calibri" pitchFamily="34" charset="-122"/>
                <a:cs typeface="Calibri" pitchFamily="34" charset="-120"/>
              </a:rPr>
              <a:t>Masalah</a:t>
            </a:r>
            <a:endParaRPr lang="en-US" sz="1200" dirty="0"/>
          </a:p>
        </p:txBody>
      </p:sp>
      <p:sp>
        <p:nvSpPr>
          <p:cNvPr id="8" name="Text 4"/>
          <p:cNvSpPr txBox="1"/>
          <p:nvPr/>
        </p:nvSpPr>
        <p:spPr>
          <a:xfrm>
            <a:off x="1508760" y="1508760"/>
            <a:ext cx="2377440" cy="640080"/>
          </a:xfrm>
          <a:prstGeom prst="rect">
            <a:avLst/>
          </a:prstGeom>
          <a:noFill/>
          <a:ln/>
        </p:spPr>
        <p:txBody>
          <a:bodyPr wrap="square" lIns="0" tIns="0" rIns="0" bIns="0" rtlCol="0" anchor="t"/>
          <a:lstStyle/>
          <a:p>
            <a:pPr indent="0" marL="0">
              <a:buNone/>
            </a:pPr>
            <a:r>
              <a:rPr lang="en-US" sz="1600" b="1" dirty="0">
                <a:solidFill>
                  <a:srgbClr val="333333"/>
                </a:solidFill>
                <a:latin typeface="Calibri" pitchFamily="34" charset="0"/>
                <a:ea typeface="Calibri" pitchFamily="34" charset="-122"/>
                <a:cs typeface="Calibri" pitchFamily="34" charset="-120"/>
              </a:rPr>
              <a:t>Belajar sulit diakses &amp; mahal</a:t>
            </a:r>
            <a:endParaRPr lang="en-US" sz="1600" dirty="0"/>
          </a:p>
        </p:txBody>
      </p:sp>
      <p:sp>
        <p:nvSpPr>
          <p:cNvPr id="9" name="Shape 5"/>
          <p:cNvSpPr/>
          <p:nvPr/>
        </p:nvSpPr>
        <p:spPr>
          <a:xfrm>
            <a:off x="4114800" y="1709928"/>
            <a:ext cx="914400" cy="0"/>
          </a:xfrm>
          <a:prstGeom prst="line">
            <a:avLst/>
          </a:prstGeom>
          <a:noFill/>
          <a:ln w="31750">
            <a:solidFill>
              <a:srgbClr val="14A085"/>
            </a:solidFill>
            <a:prstDash val="solid"/>
            <a:tailEnd type="triangle"/>
          </a:ln>
        </p:spPr>
      </p:sp>
      <p:sp>
        <p:nvSpPr>
          <p:cNvPr id="10" name="Solusi"/>
          <p:cNvSpPr/>
          <p:nvPr/>
        </p:nvSpPr>
        <p:spPr>
          <a:xfrm>
            <a:off x="5120640" y="1097280"/>
            <a:ext cx="3566160" cy="1234440"/>
          </a:xfrm>
          <a:prstGeom prst="roundRect">
            <a:avLst>
              <a:gd name="adj" fmla="val 8889"/>
            </a:avLst>
          </a:prstGeom>
          <a:solidFill>
            <a:srgbClr val="E3F5F1"/>
          </a:solidFill>
          <a:ln w="12700">
            <a:solidFill>
              <a:srgbClr val="E3F5F1"/>
            </a:solidFill>
            <a:prstDash val="solid"/>
          </a:ln>
        </p:spPr>
      </p:sp>
      <p:sp>
        <p:nvSpPr>
          <p:cNvPr id="11" name="Shape 7"/>
          <p:cNvSpPr/>
          <p:nvPr/>
        </p:nvSpPr>
        <p:spPr>
          <a:xfrm>
            <a:off x="5303520" y="1325880"/>
            <a:ext cx="731520" cy="731520"/>
          </a:xfrm>
          <a:prstGeom prst="ellipse">
            <a:avLst/>
          </a:prstGeom>
          <a:solidFill>
            <a:srgbClr val="14A085"/>
          </a:solidFill>
          <a:ln w="12700">
            <a:solidFill>
              <a:srgbClr val="14A085"/>
            </a:solidFill>
            <a:prstDash val="solid"/>
          </a:ln>
        </p:spPr>
      </p:sp>
      <p:pic>
        <p:nvPicPr>
          <p:cNvPr id="12" name="Image 1" descr="preencoded.png">    </p:cNvPr>
          <p:cNvPicPr>
            <a:picLocks noChangeAspect="1"/>
          </p:cNvPicPr>
          <p:nvPr/>
        </p:nvPicPr>
        <p:blipFill>
          <a:blip r:embed="rId2"/>
          <a:stretch>
            <a:fillRect/>
          </a:stretch>
        </p:blipFill>
        <p:spPr>
          <a:xfrm>
            <a:off x="5486400" y="1508760"/>
            <a:ext cx="365760" cy="365760"/>
          </a:xfrm>
          <a:prstGeom prst="rect">
            <a:avLst/>
          </a:prstGeom>
        </p:spPr>
      </p:pic>
      <p:sp>
        <p:nvSpPr>
          <p:cNvPr id="13" name="Text 8"/>
          <p:cNvSpPr txBox="1"/>
          <p:nvPr/>
        </p:nvSpPr>
        <p:spPr>
          <a:xfrm>
            <a:off x="6172200" y="1234440"/>
            <a:ext cx="2377440" cy="274320"/>
          </a:xfrm>
          <a:prstGeom prst="rect">
            <a:avLst/>
          </a:prstGeom>
          <a:noFill/>
          <a:ln/>
        </p:spPr>
        <p:txBody>
          <a:bodyPr wrap="square" lIns="0" tIns="0" rIns="0" bIns="0" rtlCol="0" anchor="ctr"/>
          <a:lstStyle/>
          <a:p>
            <a:pPr indent="0" marL="0">
              <a:buNone/>
            </a:pPr>
            <a:r>
              <a:rPr lang="en-US" sz="1200" b="1" dirty="0">
                <a:solidFill>
                  <a:srgbClr val="14A085"/>
                </a:solidFill>
                <a:latin typeface="Calibri" pitchFamily="34" charset="0"/>
                <a:ea typeface="Calibri" pitchFamily="34" charset="-122"/>
                <a:cs typeface="Calibri" pitchFamily="34" charset="-120"/>
              </a:rPr>
              <a:t>Solusi</a:t>
            </a:r>
            <a:endParaRPr lang="en-US" sz="1200" dirty="0"/>
          </a:p>
        </p:txBody>
      </p:sp>
      <p:sp>
        <p:nvSpPr>
          <p:cNvPr id="14" name="Text 9"/>
          <p:cNvSpPr txBox="1"/>
          <p:nvPr/>
        </p:nvSpPr>
        <p:spPr>
          <a:xfrm>
            <a:off x="6172200" y="1508760"/>
            <a:ext cx="2377440" cy="640080"/>
          </a:xfrm>
          <a:prstGeom prst="rect">
            <a:avLst/>
          </a:prstGeom>
          <a:noFill/>
          <a:ln/>
        </p:spPr>
        <p:txBody>
          <a:bodyPr wrap="square" lIns="0" tIns="0" rIns="0" bIns="0" rtlCol="0" anchor="t"/>
          <a:lstStyle/>
          <a:p>
            <a:pPr indent="0" marL="0">
              <a:buNone/>
            </a:pPr>
            <a:r>
              <a:rPr lang="en-US" sz="1600" b="1" dirty="0">
                <a:solidFill>
                  <a:srgbClr val="333333"/>
                </a:solidFill>
                <a:latin typeface="Calibri" pitchFamily="34" charset="0"/>
                <a:ea typeface="Calibri" pitchFamily="34" charset="-122"/>
                <a:cs typeface="Calibri" pitchFamily="34" charset="-120"/>
              </a:rPr>
              <a:t>Kursus online SD, SMP, SMA</a:t>
            </a:r>
            <a:endParaRPr lang="en-US" sz="1600" dirty="0"/>
          </a:p>
        </p:txBody>
      </p:sp>
      <p:sp>
        <p:nvSpPr>
          <p:cNvPr id="15" name="Jenjang SD"/>
          <p:cNvSpPr/>
          <p:nvPr/>
        </p:nvSpPr>
        <p:spPr>
          <a:xfrm>
            <a:off x="457200" y="2606040"/>
            <a:ext cx="256032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1"/>
          <p:cNvSpPr/>
          <p:nvPr/>
        </p:nvSpPr>
        <p:spPr>
          <a:xfrm>
            <a:off x="640080" y="2743200"/>
            <a:ext cx="594360" cy="594360"/>
          </a:xfrm>
          <a:prstGeom prst="ellipse">
            <a:avLst/>
          </a:prstGeom>
          <a:solidFill>
            <a:srgbClr val="61B331"/>
          </a:solidFill>
          <a:ln w="12700">
            <a:solidFill>
              <a:srgbClr val="61B331"/>
            </a:solidFill>
            <a:prstDash val="solid"/>
          </a:ln>
        </p:spPr>
      </p:sp>
      <p:pic>
        <p:nvPicPr>
          <p:cNvPr id="17" name="Image 2" descr="preencoded.png">    </p:cNvPr>
          <p:cNvPicPr>
            <a:picLocks noChangeAspect="1"/>
          </p:cNvPicPr>
          <p:nvPr/>
        </p:nvPicPr>
        <p:blipFill>
          <a:blip r:embed="rId3"/>
          <a:stretch>
            <a:fillRect/>
          </a:stretch>
        </p:blipFill>
        <p:spPr>
          <a:xfrm>
            <a:off x="788670" y="2891790"/>
            <a:ext cx="297180" cy="297180"/>
          </a:xfrm>
          <a:prstGeom prst="rect">
            <a:avLst/>
          </a:prstGeom>
        </p:spPr>
      </p:pic>
      <p:sp>
        <p:nvSpPr>
          <p:cNvPr id="18" name="Text 12"/>
          <p:cNvSpPr txBox="1"/>
          <p:nvPr/>
        </p:nvSpPr>
        <p:spPr>
          <a:xfrm>
            <a:off x="1417320" y="2697480"/>
            <a:ext cx="1463040" cy="685800"/>
          </a:xfrm>
          <a:prstGeom prst="rect">
            <a:avLst/>
          </a:prstGeom>
          <a:noFill/>
          <a:ln/>
        </p:spPr>
        <p:txBody>
          <a:bodyPr wrap="square" lIns="0" tIns="0" rIns="0" bIns="0" rtlCol="0" anchor="ctr"/>
          <a:lstStyle/>
          <a:p>
            <a:pPr indent="0" marL="0">
              <a:buNone/>
            </a:pPr>
            <a:r>
              <a:rPr lang="en-US" sz="3000" b="1" dirty="0">
                <a:solidFill>
                  <a:srgbClr val="61B331"/>
                </a:solidFill>
                <a:latin typeface="Calibri" pitchFamily="34" charset="0"/>
                <a:ea typeface="Calibri" pitchFamily="34" charset="-122"/>
                <a:cs typeface="Calibri" pitchFamily="34" charset="-120"/>
              </a:rPr>
              <a:t>SD</a:t>
            </a:r>
            <a:endParaRPr lang="en-US" sz="3000" dirty="0"/>
          </a:p>
        </p:txBody>
      </p:sp>
      <p:sp>
        <p:nvSpPr>
          <p:cNvPr id="19" name="Jenjang SMP"/>
          <p:cNvSpPr/>
          <p:nvPr/>
        </p:nvSpPr>
        <p:spPr>
          <a:xfrm>
            <a:off x="3291840" y="2606040"/>
            <a:ext cx="256032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4"/>
          <p:cNvSpPr/>
          <p:nvPr/>
        </p:nvSpPr>
        <p:spPr>
          <a:xfrm>
            <a:off x="3474720" y="2743200"/>
            <a:ext cx="594360" cy="594360"/>
          </a:xfrm>
          <a:prstGeom prst="ellipse">
            <a:avLst/>
          </a:prstGeom>
          <a:solidFill>
            <a:srgbClr val="2FA4E7"/>
          </a:solidFill>
          <a:ln w="12700">
            <a:solidFill>
              <a:srgbClr val="2FA4E7"/>
            </a:solidFill>
            <a:prstDash val="solid"/>
          </a:ln>
        </p:spPr>
      </p:sp>
      <p:pic>
        <p:nvPicPr>
          <p:cNvPr id="21" name="Image 3" descr="preencoded.png">    </p:cNvPr>
          <p:cNvPicPr>
            <a:picLocks noChangeAspect="1"/>
          </p:cNvPicPr>
          <p:nvPr/>
        </p:nvPicPr>
        <p:blipFill>
          <a:blip r:embed="rId4"/>
          <a:stretch>
            <a:fillRect/>
          </a:stretch>
        </p:blipFill>
        <p:spPr>
          <a:xfrm>
            <a:off x="3623310" y="2891790"/>
            <a:ext cx="297180" cy="297180"/>
          </a:xfrm>
          <a:prstGeom prst="rect">
            <a:avLst/>
          </a:prstGeom>
        </p:spPr>
      </p:pic>
      <p:sp>
        <p:nvSpPr>
          <p:cNvPr id="22" name="Text 15"/>
          <p:cNvSpPr txBox="1"/>
          <p:nvPr/>
        </p:nvSpPr>
        <p:spPr>
          <a:xfrm>
            <a:off x="4251960" y="2697480"/>
            <a:ext cx="1463040" cy="685800"/>
          </a:xfrm>
          <a:prstGeom prst="rect">
            <a:avLst/>
          </a:prstGeom>
          <a:noFill/>
          <a:ln/>
        </p:spPr>
        <p:txBody>
          <a:bodyPr wrap="square" lIns="0" tIns="0" rIns="0" bIns="0" rtlCol="0" anchor="ctr"/>
          <a:lstStyle/>
          <a:p>
            <a:pPr indent="0" marL="0">
              <a:buNone/>
            </a:pPr>
            <a:r>
              <a:rPr lang="en-US" sz="3000" b="1" dirty="0">
                <a:solidFill>
                  <a:srgbClr val="2FA4E7"/>
                </a:solidFill>
                <a:latin typeface="Calibri" pitchFamily="34" charset="0"/>
                <a:ea typeface="Calibri" pitchFamily="34" charset="-122"/>
                <a:cs typeface="Calibri" pitchFamily="34" charset="-120"/>
              </a:rPr>
              <a:t>SMP</a:t>
            </a:r>
            <a:endParaRPr lang="en-US" sz="3000" dirty="0"/>
          </a:p>
        </p:txBody>
      </p:sp>
      <p:sp>
        <p:nvSpPr>
          <p:cNvPr id="23" name="Jenjang SMA"/>
          <p:cNvSpPr/>
          <p:nvPr/>
        </p:nvSpPr>
        <p:spPr>
          <a:xfrm>
            <a:off x="6126480" y="2606040"/>
            <a:ext cx="256032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17"/>
          <p:cNvSpPr/>
          <p:nvPr/>
        </p:nvSpPr>
        <p:spPr>
          <a:xfrm>
            <a:off x="6309360" y="2743200"/>
            <a:ext cx="594360" cy="594360"/>
          </a:xfrm>
          <a:prstGeom prst="ellipse">
            <a:avLst/>
          </a:prstGeom>
          <a:solidFill>
            <a:srgbClr val="E9573F"/>
          </a:solidFill>
          <a:ln w="12700">
            <a:solidFill>
              <a:srgbClr val="E9573F"/>
            </a:solidFill>
            <a:prstDash val="solid"/>
          </a:ln>
        </p:spPr>
      </p:sp>
      <p:pic>
        <p:nvPicPr>
          <p:cNvPr id="25" name="Image 4" descr="preencoded.png">    </p:cNvPr>
          <p:cNvPicPr>
            <a:picLocks noChangeAspect="1"/>
          </p:cNvPicPr>
          <p:nvPr/>
        </p:nvPicPr>
        <p:blipFill>
          <a:blip r:embed="rId5"/>
          <a:stretch>
            <a:fillRect/>
          </a:stretch>
        </p:blipFill>
        <p:spPr>
          <a:xfrm>
            <a:off x="6457950" y="2891790"/>
            <a:ext cx="297180" cy="297180"/>
          </a:xfrm>
          <a:prstGeom prst="rect">
            <a:avLst/>
          </a:prstGeom>
        </p:spPr>
      </p:pic>
      <p:sp>
        <p:nvSpPr>
          <p:cNvPr id="26" name="Text 18"/>
          <p:cNvSpPr txBox="1"/>
          <p:nvPr/>
        </p:nvSpPr>
        <p:spPr>
          <a:xfrm>
            <a:off x="7086600" y="2697480"/>
            <a:ext cx="1463040" cy="685800"/>
          </a:xfrm>
          <a:prstGeom prst="rect">
            <a:avLst/>
          </a:prstGeom>
          <a:noFill/>
          <a:ln/>
        </p:spPr>
        <p:txBody>
          <a:bodyPr wrap="square" lIns="0" tIns="0" rIns="0" bIns="0" rtlCol="0" anchor="ctr"/>
          <a:lstStyle/>
          <a:p>
            <a:pPr indent="0" marL="0">
              <a:buNone/>
            </a:pPr>
            <a:r>
              <a:rPr lang="en-US" sz="3000" b="1" dirty="0">
                <a:solidFill>
                  <a:srgbClr val="E9573F"/>
                </a:solidFill>
                <a:latin typeface="Calibri" pitchFamily="34" charset="0"/>
                <a:ea typeface="Calibri" pitchFamily="34" charset="-122"/>
                <a:cs typeface="Calibri" pitchFamily="34" charset="-120"/>
              </a:rPr>
              <a:t>SMA</a:t>
            </a:r>
            <a:endParaRPr lang="en-US" sz="3000" dirty="0"/>
          </a:p>
        </p:txBody>
      </p:sp>
      <p:sp>
        <p:nvSpPr>
          <p:cNvPr id="27" name="Angka Halaman utama"/>
          <p:cNvSpPr/>
          <p:nvPr/>
        </p:nvSpPr>
        <p:spPr>
          <a:xfrm>
            <a:off x="457200" y="3703320"/>
            <a:ext cx="2560320" cy="1005840"/>
          </a:xfrm>
          <a:prstGeom prst="roundRect">
            <a:avLst>
              <a:gd name="adj" fmla="val 10909"/>
            </a:avLst>
          </a:prstGeom>
          <a:solidFill>
            <a:srgbClr val="EFEFEF"/>
          </a:solidFill>
          <a:ln w="12700">
            <a:solidFill>
              <a:srgbClr val="EFEFEF"/>
            </a:solidFill>
            <a:prstDash val="solid"/>
          </a:ln>
        </p:spPr>
      </p:sp>
      <p:sp>
        <p:nvSpPr>
          <p:cNvPr id="28" name="Text 20"/>
          <p:cNvSpPr txBox="1"/>
          <p:nvPr/>
        </p:nvSpPr>
        <p:spPr>
          <a:xfrm>
            <a:off x="594360" y="3749040"/>
            <a:ext cx="914400" cy="914400"/>
          </a:xfrm>
          <a:prstGeom prst="rect">
            <a:avLst/>
          </a:prstGeom>
          <a:noFill/>
          <a:ln/>
        </p:spPr>
        <p:txBody>
          <a:bodyPr wrap="square" lIns="0" tIns="0" rIns="0" bIns="0" rtlCol="0" anchor="ctr"/>
          <a:lstStyle/>
          <a:p>
            <a:pPr algn="ctr" indent="0" marL="0">
              <a:buNone/>
            </a:pPr>
            <a:r>
              <a:rPr lang="en-US" sz="5400" b="1" dirty="0">
                <a:solidFill>
                  <a:srgbClr val="14A085"/>
                </a:solidFill>
                <a:latin typeface="Calibri" pitchFamily="34" charset="0"/>
                <a:ea typeface="Calibri" pitchFamily="34" charset="-122"/>
                <a:cs typeface="Calibri" pitchFamily="34" charset="-120"/>
              </a:rPr>
              <a:t>6</a:t>
            </a:r>
            <a:endParaRPr lang="en-US" sz="5400" dirty="0"/>
          </a:p>
        </p:txBody>
      </p:sp>
      <p:sp>
        <p:nvSpPr>
          <p:cNvPr id="29" name="Text 21"/>
          <p:cNvSpPr txBox="1"/>
          <p:nvPr/>
        </p:nvSpPr>
        <p:spPr>
          <a:xfrm>
            <a:off x="1554480" y="3749040"/>
            <a:ext cx="1371600" cy="91440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Halaman utama</a:t>
            </a:r>
            <a:endParaRPr lang="en-US" sz="1400" dirty="0"/>
          </a:p>
        </p:txBody>
      </p:sp>
      <p:sp>
        <p:nvSpPr>
          <p:cNvPr id="30" name="Angka Berita &amp; artikel"/>
          <p:cNvSpPr/>
          <p:nvPr/>
        </p:nvSpPr>
        <p:spPr>
          <a:xfrm>
            <a:off x="3291840" y="3703320"/>
            <a:ext cx="2560320" cy="1005840"/>
          </a:xfrm>
          <a:prstGeom prst="roundRect">
            <a:avLst>
              <a:gd name="adj" fmla="val 10909"/>
            </a:avLst>
          </a:prstGeom>
          <a:solidFill>
            <a:srgbClr val="EFEFEF"/>
          </a:solidFill>
          <a:ln w="12700">
            <a:solidFill>
              <a:srgbClr val="EFEFEF"/>
            </a:solidFill>
            <a:prstDash val="solid"/>
          </a:ln>
        </p:spPr>
      </p:sp>
      <p:sp>
        <p:nvSpPr>
          <p:cNvPr id="31" name="Text 23"/>
          <p:cNvSpPr txBox="1"/>
          <p:nvPr/>
        </p:nvSpPr>
        <p:spPr>
          <a:xfrm>
            <a:off x="3429000" y="3749040"/>
            <a:ext cx="914400" cy="914400"/>
          </a:xfrm>
          <a:prstGeom prst="rect">
            <a:avLst/>
          </a:prstGeom>
          <a:noFill/>
          <a:ln/>
        </p:spPr>
        <p:txBody>
          <a:bodyPr wrap="square" lIns="0" tIns="0" rIns="0" bIns="0" rtlCol="0" anchor="ctr"/>
          <a:lstStyle/>
          <a:p>
            <a:pPr algn="ctr" indent="0" marL="0">
              <a:buNone/>
            </a:pPr>
            <a:r>
              <a:rPr lang="en-US" sz="5400" b="1" dirty="0">
                <a:solidFill>
                  <a:srgbClr val="2FA4E7"/>
                </a:solidFill>
                <a:latin typeface="Calibri" pitchFamily="34" charset="0"/>
                <a:ea typeface="Calibri" pitchFamily="34" charset="-122"/>
                <a:cs typeface="Calibri" pitchFamily="34" charset="-120"/>
              </a:rPr>
              <a:t>6</a:t>
            </a:r>
            <a:endParaRPr lang="en-US" sz="5400" dirty="0"/>
          </a:p>
        </p:txBody>
      </p:sp>
      <p:sp>
        <p:nvSpPr>
          <p:cNvPr id="32" name="Text 24"/>
          <p:cNvSpPr txBox="1"/>
          <p:nvPr/>
        </p:nvSpPr>
        <p:spPr>
          <a:xfrm>
            <a:off x="4389120" y="3749040"/>
            <a:ext cx="1371600" cy="91440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Berita &amp; artikel</a:t>
            </a:r>
            <a:endParaRPr lang="en-US" sz="1400" dirty="0"/>
          </a:p>
        </p:txBody>
      </p:sp>
      <p:sp>
        <p:nvSpPr>
          <p:cNvPr id="33" name="Angka Paket harga"/>
          <p:cNvSpPr/>
          <p:nvPr/>
        </p:nvSpPr>
        <p:spPr>
          <a:xfrm>
            <a:off x="6126480" y="3703320"/>
            <a:ext cx="2560320" cy="1005840"/>
          </a:xfrm>
          <a:prstGeom prst="roundRect">
            <a:avLst>
              <a:gd name="adj" fmla="val 10909"/>
            </a:avLst>
          </a:prstGeom>
          <a:solidFill>
            <a:srgbClr val="EFEFEF"/>
          </a:solidFill>
          <a:ln w="12700">
            <a:solidFill>
              <a:srgbClr val="EFEFEF"/>
            </a:solidFill>
            <a:prstDash val="solid"/>
          </a:ln>
        </p:spPr>
      </p:sp>
      <p:sp>
        <p:nvSpPr>
          <p:cNvPr id="34" name="Text 26"/>
          <p:cNvSpPr txBox="1"/>
          <p:nvPr/>
        </p:nvSpPr>
        <p:spPr>
          <a:xfrm>
            <a:off x="6263640" y="3749040"/>
            <a:ext cx="914400" cy="914400"/>
          </a:xfrm>
          <a:prstGeom prst="rect">
            <a:avLst/>
          </a:prstGeom>
          <a:noFill/>
          <a:ln/>
        </p:spPr>
        <p:txBody>
          <a:bodyPr wrap="square" lIns="0" tIns="0" rIns="0" bIns="0" rtlCol="0" anchor="ctr"/>
          <a:lstStyle/>
          <a:p>
            <a:pPr algn="ctr" indent="0" marL="0">
              <a:buNone/>
            </a:pPr>
            <a:r>
              <a:rPr lang="en-US" sz="5400" b="1" dirty="0">
                <a:solidFill>
                  <a:srgbClr val="D867B2"/>
                </a:solidFill>
                <a:latin typeface="Calibri" pitchFamily="34" charset="0"/>
                <a:ea typeface="Calibri" pitchFamily="34" charset="-122"/>
                <a:cs typeface="Calibri" pitchFamily="34" charset="-120"/>
              </a:rPr>
              <a:t>4</a:t>
            </a:r>
            <a:endParaRPr lang="en-US" sz="5400" dirty="0"/>
          </a:p>
        </p:txBody>
      </p:sp>
      <p:sp>
        <p:nvSpPr>
          <p:cNvPr id="35" name="Text 27"/>
          <p:cNvSpPr txBox="1"/>
          <p:nvPr/>
        </p:nvSpPr>
        <p:spPr>
          <a:xfrm>
            <a:off x="7223760" y="3749040"/>
            <a:ext cx="1371600" cy="91440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Paket harga</a:t>
            </a:r>
            <a:endParaRPr lang="en-US" sz="1400" dirty="0"/>
          </a:p>
        </p:txBody>
      </p:sp>
      <p:sp>
        <p:nvSpPr>
          <p:cNvPr id="36"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Kenapa Website Dibuat Seperti Ini</a:t>
            </a:r>
            <a:endParaRPr lang="en-US" sz="3000" dirty="0"/>
          </a:p>
        </p:txBody>
      </p:sp>
      <p:sp>
        <p:nvSpPr>
          <p:cNvPr id="4" name="Shape 1"/>
          <p:cNvSpPr/>
          <p:nvPr/>
        </p:nvSpPr>
        <p:spPr>
          <a:xfrm>
            <a:off x="457200" y="1005840"/>
            <a:ext cx="3657600" cy="256032"/>
          </a:xfrm>
          <a:prstGeom prst="roundRect">
            <a:avLst>
              <a:gd name="adj" fmla="val 50000"/>
            </a:avLst>
          </a:prstGeom>
          <a:solidFill>
            <a:srgbClr val="6B6B6B"/>
          </a:solidFill>
          <a:ln w="12700">
            <a:solidFill>
              <a:srgbClr val="6B6B6B"/>
            </a:solidFill>
            <a:prstDash val="solid"/>
          </a:ln>
        </p:spPr>
      </p:sp>
      <p:sp>
        <p:nvSpPr>
          <p:cNvPr id="5" name="Text 2"/>
          <p:cNvSpPr txBox="1"/>
          <p:nvPr/>
        </p:nvSpPr>
        <p:spPr>
          <a:xfrm>
            <a:off x="457200" y="1005840"/>
            <a:ext cx="36576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KEBUTUHAN BISNIS</a:t>
            </a:r>
            <a:endParaRPr lang="en-US" sz="1100" dirty="0"/>
          </a:p>
        </p:txBody>
      </p:sp>
      <p:sp>
        <p:nvSpPr>
          <p:cNvPr id="6" name="Shape 3"/>
          <p:cNvSpPr/>
          <p:nvPr/>
        </p:nvSpPr>
        <p:spPr>
          <a:xfrm>
            <a:off x="5029200" y="1005840"/>
            <a:ext cx="3657600" cy="256032"/>
          </a:xfrm>
          <a:prstGeom prst="roundRect">
            <a:avLst>
              <a:gd name="adj" fmla="val 50000"/>
            </a:avLst>
          </a:prstGeom>
          <a:solidFill>
            <a:srgbClr val="0F7F6A"/>
          </a:solidFill>
          <a:ln w="12700">
            <a:solidFill>
              <a:srgbClr val="0F7F6A"/>
            </a:solidFill>
            <a:prstDash val="solid"/>
          </a:ln>
        </p:spPr>
      </p:sp>
      <p:sp>
        <p:nvSpPr>
          <p:cNvPr id="7" name="Text 4"/>
          <p:cNvSpPr txBox="1"/>
          <p:nvPr/>
        </p:nvSpPr>
        <p:spPr>
          <a:xfrm>
            <a:off x="5029200" y="1005840"/>
            <a:ext cx="365760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FITUR WEBSITE</a:t>
            </a:r>
            <a:endParaRPr lang="en-US" sz="1100" dirty="0"/>
          </a:p>
        </p:txBody>
      </p:sp>
      <p:sp>
        <p:nvSpPr>
          <p:cNvPr id="8" name="Kebutuhan 3 jenjang belajar"/>
          <p:cNvSpPr/>
          <p:nvPr/>
        </p:nvSpPr>
        <p:spPr>
          <a:xfrm>
            <a:off x="457200" y="1353312"/>
            <a:ext cx="3657600" cy="475488"/>
          </a:xfrm>
          <a:prstGeom prst="roundRect">
            <a:avLst>
              <a:gd name="adj" fmla="val 2307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9" name="Shape 6"/>
          <p:cNvSpPr/>
          <p:nvPr/>
        </p:nvSpPr>
        <p:spPr>
          <a:xfrm>
            <a:off x="530352" y="1408176"/>
            <a:ext cx="365760" cy="365760"/>
          </a:xfrm>
          <a:prstGeom prst="ellipse">
            <a:avLst/>
          </a:prstGeom>
          <a:solidFill>
            <a:srgbClr val="61B331"/>
          </a:solidFill>
          <a:ln w="12700">
            <a:solidFill>
              <a:srgbClr val="61B331"/>
            </a:solidFill>
            <a:prstDash val="solid"/>
          </a:ln>
        </p:spPr>
      </p:sp>
      <p:pic>
        <p:nvPicPr>
          <p:cNvPr id="10" name="Image 0" descr="preencoded.png">    </p:cNvPr>
          <p:cNvPicPr>
            <a:picLocks noChangeAspect="1"/>
          </p:cNvPicPr>
          <p:nvPr/>
        </p:nvPicPr>
        <p:blipFill>
          <a:blip r:embed="rId1"/>
          <a:stretch>
            <a:fillRect/>
          </a:stretch>
        </p:blipFill>
        <p:spPr>
          <a:xfrm>
            <a:off x="621792" y="1499616"/>
            <a:ext cx="182880" cy="182880"/>
          </a:xfrm>
          <a:prstGeom prst="rect">
            <a:avLst/>
          </a:prstGeom>
        </p:spPr>
      </p:pic>
      <p:sp>
        <p:nvSpPr>
          <p:cNvPr id="11" name="Text 7"/>
          <p:cNvSpPr txBox="1"/>
          <p:nvPr/>
        </p:nvSpPr>
        <p:spPr>
          <a:xfrm>
            <a:off x="1005840" y="1353312"/>
            <a:ext cx="3063240" cy="475488"/>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3 jenjang belajar</a:t>
            </a:r>
            <a:endParaRPr lang="en-US" sz="1200" dirty="0"/>
          </a:p>
        </p:txBody>
      </p:sp>
      <p:sp>
        <p:nvSpPr>
          <p:cNvPr id="12" name="Shape 8"/>
          <p:cNvSpPr/>
          <p:nvPr/>
        </p:nvSpPr>
        <p:spPr>
          <a:xfrm>
            <a:off x="4187952" y="1591056"/>
            <a:ext cx="768096" cy="0"/>
          </a:xfrm>
          <a:prstGeom prst="line">
            <a:avLst/>
          </a:prstGeom>
          <a:noFill/>
          <a:ln w="31750">
            <a:solidFill>
              <a:srgbClr val="61B331"/>
            </a:solidFill>
            <a:prstDash val="solid"/>
            <a:tailEnd type="triangle"/>
          </a:ln>
        </p:spPr>
      </p:sp>
      <p:sp>
        <p:nvSpPr>
          <p:cNvPr id="13" name="Fitur Slider &amp; kursus SD / SMP / SMA"/>
          <p:cNvSpPr/>
          <p:nvPr/>
        </p:nvSpPr>
        <p:spPr>
          <a:xfrm>
            <a:off x="5029200" y="1353312"/>
            <a:ext cx="3657600" cy="475488"/>
          </a:xfrm>
          <a:prstGeom prst="roundRect">
            <a:avLst>
              <a:gd name="adj" fmla="val 23077"/>
            </a:avLst>
          </a:prstGeom>
          <a:solidFill>
            <a:srgbClr val="61B331"/>
          </a:solidFill>
          <a:ln w="12700">
            <a:solidFill>
              <a:srgbClr val="61B331"/>
            </a:solidFill>
            <a:prstDash val="solid"/>
          </a:ln>
        </p:spPr>
      </p:sp>
      <p:sp>
        <p:nvSpPr>
          <p:cNvPr id="14" name="Text 10"/>
          <p:cNvSpPr txBox="1"/>
          <p:nvPr/>
        </p:nvSpPr>
        <p:spPr>
          <a:xfrm>
            <a:off x="5166360" y="1353312"/>
            <a:ext cx="34290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Slider &amp; kursus SD / SMP / SMA</a:t>
            </a:r>
            <a:endParaRPr lang="en-US" sz="1200" dirty="0"/>
          </a:p>
        </p:txBody>
      </p:sp>
      <p:sp>
        <p:nvSpPr>
          <p:cNvPr id="15" name="Kebutuhan Model berlangganan"/>
          <p:cNvSpPr/>
          <p:nvPr/>
        </p:nvSpPr>
        <p:spPr>
          <a:xfrm>
            <a:off x="457200" y="1920240"/>
            <a:ext cx="3657600" cy="475488"/>
          </a:xfrm>
          <a:prstGeom prst="roundRect">
            <a:avLst>
              <a:gd name="adj" fmla="val 2307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6" name="Shape 12"/>
          <p:cNvSpPr/>
          <p:nvPr/>
        </p:nvSpPr>
        <p:spPr>
          <a:xfrm>
            <a:off x="530352" y="1975104"/>
            <a:ext cx="365760" cy="365760"/>
          </a:xfrm>
          <a:prstGeom prst="ellipse">
            <a:avLst/>
          </a:prstGeom>
          <a:solidFill>
            <a:srgbClr val="14A085"/>
          </a:solidFill>
          <a:ln w="12700">
            <a:solidFill>
              <a:srgbClr val="14A085"/>
            </a:solidFill>
            <a:prstDash val="solid"/>
          </a:ln>
        </p:spPr>
      </p:sp>
      <p:pic>
        <p:nvPicPr>
          <p:cNvPr id="17" name="Image 1" descr="preencoded.png">    </p:cNvPr>
          <p:cNvPicPr>
            <a:picLocks noChangeAspect="1"/>
          </p:cNvPicPr>
          <p:nvPr/>
        </p:nvPicPr>
        <p:blipFill>
          <a:blip r:embed="rId2"/>
          <a:stretch>
            <a:fillRect/>
          </a:stretch>
        </p:blipFill>
        <p:spPr>
          <a:xfrm>
            <a:off x="621792" y="2066544"/>
            <a:ext cx="182880" cy="182880"/>
          </a:xfrm>
          <a:prstGeom prst="rect">
            <a:avLst/>
          </a:prstGeom>
        </p:spPr>
      </p:pic>
      <p:sp>
        <p:nvSpPr>
          <p:cNvPr id="18" name="Text 13"/>
          <p:cNvSpPr txBox="1"/>
          <p:nvPr/>
        </p:nvSpPr>
        <p:spPr>
          <a:xfrm>
            <a:off x="1005840" y="1920240"/>
            <a:ext cx="3063240" cy="475488"/>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Model berlangganan</a:t>
            </a:r>
            <a:endParaRPr lang="en-US" sz="1200" dirty="0"/>
          </a:p>
        </p:txBody>
      </p:sp>
      <p:sp>
        <p:nvSpPr>
          <p:cNvPr id="19" name="Shape 14"/>
          <p:cNvSpPr/>
          <p:nvPr/>
        </p:nvSpPr>
        <p:spPr>
          <a:xfrm>
            <a:off x="4187952" y="2157984"/>
            <a:ext cx="768096" cy="0"/>
          </a:xfrm>
          <a:prstGeom prst="line">
            <a:avLst/>
          </a:prstGeom>
          <a:noFill/>
          <a:ln w="31750">
            <a:solidFill>
              <a:srgbClr val="14A085"/>
            </a:solidFill>
            <a:prstDash val="solid"/>
            <a:tailEnd type="triangle"/>
          </a:ln>
        </p:spPr>
      </p:sp>
      <p:sp>
        <p:nvSpPr>
          <p:cNvPr id="20" name="Fitur Harga 4 paket + tombol Daftar"/>
          <p:cNvSpPr/>
          <p:nvPr/>
        </p:nvSpPr>
        <p:spPr>
          <a:xfrm>
            <a:off x="5029200" y="1920240"/>
            <a:ext cx="3657600" cy="475488"/>
          </a:xfrm>
          <a:prstGeom prst="roundRect">
            <a:avLst>
              <a:gd name="adj" fmla="val 23077"/>
            </a:avLst>
          </a:prstGeom>
          <a:solidFill>
            <a:srgbClr val="14A085"/>
          </a:solidFill>
          <a:ln w="12700">
            <a:solidFill>
              <a:srgbClr val="14A085"/>
            </a:solidFill>
            <a:prstDash val="solid"/>
          </a:ln>
        </p:spPr>
      </p:sp>
      <p:sp>
        <p:nvSpPr>
          <p:cNvPr id="21" name="Text 16"/>
          <p:cNvSpPr txBox="1"/>
          <p:nvPr/>
        </p:nvSpPr>
        <p:spPr>
          <a:xfrm>
            <a:off x="5166360" y="1920240"/>
            <a:ext cx="34290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Harga 4 paket + tombol Daftar</a:t>
            </a:r>
            <a:endParaRPr lang="en-US" sz="1200" dirty="0"/>
          </a:p>
        </p:txBody>
      </p:sp>
      <p:sp>
        <p:nvSpPr>
          <p:cNvPr id="22" name="Kebutuhan Butuh kepercayaan orang tua"/>
          <p:cNvSpPr/>
          <p:nvPr/>
        </p:nvSpPr>
        <p:spPr>
          <a:xfrm>
            <a:off x="457200" y="2487168"/>
            <a:ext cx="3657600" cy="475488"/>
          </a:xfrm>
          <a:prstGeom prst="roundRect">
            <a:avLst>
              <a:gd name="adj" fmla="val 2307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8"/>
          <p:cNvSpPr/>
          <p:nvPr/>
        </p:nvSpPr>
        <p:spPr>
          <a:xfrm>
            <a:off x="530352" y="2542032"/>
            <a:ext cx="365760" cy="365760"/>
          </a:xfrm>
          <a:prstGeom prst="ellipse">
            <a:avLst/>
          </a:prstGeom>
          <a:solidFill>
            <a:srgbClr val="2FA4E7"/>
          </a:solidFill>
          <a:ln w="12700">
            <a:solidFill>
              <a:srgbClr val="2FA4E7"/>
            </a:solidFill>
            <a:prstDash val="solid"/>
          </a:ln>
        </p:spPr>
      </p:sp>
      <p:pic>
        <p:nvPicPr>
          <p:cNvPr id="24" name="Image 2" descr="preencoded.png">    </p:cNvPr>
          <p:cNvPicPr>
            <a:picLocks noChangeAspect="1"/>
          </p:cNvPicPr>
          <p:nvPr/>
        </p:nvPicPr>
        <p:blipFill>
          <a:blip r:embed="rId3"/>
          <a:stretch>
            <a:fillRect/>
          </a:stretch>
        </p:blipFill>
        <p:spPr>
          <a:xfrm>
            <a:off x="621792" y="2633472"/>
            <a:ext cx="182880" cy="182880"/>
          </a:xfrm>
          <a:prstGeom prst="rect">
            <a:avLst/>
          </a:prstGeom>
        </p:spPr>
      </p:pic>
      <p:sp>
        <p:nvSpPr>
          <p:cNvPr id="25" name="Text 19"/>
          <p:cNvSpPr txBox="1"/>
          <p:nvPr/>
        </p:nvSpPr>
        <p:spPr>
          <a:xfrm>
            <a:off x="1005840" y="2487168"/>
            <a:ext cx="3063240" cy="475488"/>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Butuh kepercayaan orang tua</a:t>
            </a:r>
            <a:endParaRPr lang="en-US" sz="1200" dirty="0"/>
          </a:p>
        </p:txBody>
      </p:sp>
      <p:sp>
        <p:nvSpPr>
          <p:cNvPr id="26" name="Shape 20"/>
          <p:cNvSpPr/>
          <p:nvPr/>
        </p:nvSpPr>
        <p:spPr>
          <a:xfrm>
            <a:off x="4187952" y="2724912"/>
            <a:ext cx="768096" cy="0"/>
          </a:xfrm>
          <a:prstGeom prst="line">
            <a:avLst/>
          </a:prstGeom>
          <a:noFill/>
          <a:ln w="31750">
            <a:solidFill>
              <a:srgbClr val="2FA4E7"/>
            </a:solidFill>
            <a:prstDash val="solid"/>
            <a:tailEnd type="triangle"/>
          </a:ln>
        </p:spPr>
      </p:sp>
      <p:sp>
        <p:nvSpPr>
          <p:cNvPr id="27" name="Fitur Testimoni, tim pengajar, galeri"/>
          <p:cNvSpPr/>
          <p:nvPr/>
        </p:nvSpPr>
        <p:spPr>
          <a:xfrm>
            <a:off x="5029200" y="2487168"/>
            <a:ext cx="3657600" cy="475488"/>
          </a:xfrm>
          <a:prstGeom prst="roundRect">
            <a:avLst>
              <a:gd name="adj" fmla="val 23077"/>
            </a:avLst>
          </a:prstGeom>
          <a:solidFill>
            <a:srgbClr val="2FA4E7"/>
          </a:solidFill>
          <a:ln w="12700">
            <a:solidFill>
              <a:srgbClr val="2FA4E7"/>
            </a:solidFill>
            <a:prstDash val="solid"/>
          </a:ln>
        </p:spPr>
      </p:sp>
      <p:sp>
        <p:nvSpPr>
          <p:cNvPr id="28" name="Text 22"/>
          <p:cNvSpPr txBox="1"/>
          <p:nvPr/>
        </p:nvSpPr>
        <p:spPr>
          <a:xfrm>
            <a:off x="5166360" y="2487168"/>
            <a:ext cx="34290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Testimoni, tim pengajar, galeri</a:t>
            </a:r>
            <a:endParaRPr lang="en-US" sz="1200" dirty="0"/>
          </a:p>
        </p:txBody>
      </p:sp>
      <p:sp>
        <p:nvSpPr>
          <p:cNvPr id="29" name="Kebutuhan Edukasi &amp; SEO"/>
          <p:cNvSpPr/>
          <p:nvPr/>
        </p:nvSpPr>
        <p:spPr>
          <a:xfrm>
            <a:off x="457200" y="3054096"/>
            <a:ext cx="3657600" cy="475488"/>
          </a:xfrm>
          <a:prstGeom prst="roundRect">
            <a:avLst>
              <a:gd name="adj" fmla="val 2307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0" name="Shape 24"/>
          <p:cNvSpPr/>
          <p:nvPr/>
        </p:nvSpPr>
        <p:spPr>
          <a:xfrm>
            <a:off x="530352" y="3108960"/>
            <a:ext cx="365760" cy="365760"/>
          </a:xfrm>
          <a:prstGeom prst="ellipse">
            <a:avLst/>
          </a:prstGeom>
          <a:solidFill>
            <a:srgbClr val="D867B2"/>
          </a:solidFill>
          <a:ln w="12700">
            <a:solidFill>
              <a:srgbClr val="D867B2"/>
            </a:solidFill>
            <a:prstDash val="solid"/>
          </a:ln>
        </p:spPr>
      </p:sp>
      <p:pic>
        <p:nvPicPr>
          <p:cNvPr id="31" name="Image 3" descr="preencoded.png">    </p:cNvPr>
          <p:cNvPicPr>
            <a:picLocks noChangeAspect="1"/>
          </p:cNvPicPr>
          <p:nvPr/>
        </p:nvPicPr>
        <p:blipFill>
          <a:blip r:embed="rId4"/>
          <a:stretch>
            <a:fillRect/>
          </a:stretch>
        </p:blipFill>
        <p:spPr>
          <a:xfrm>
            <a:off x="621792" y="3200400"/>
            <a:ext cx="182880" cy="182880"/>
          </a:xfrm>
          <a:prstGeom prst="rect">
            <a:avLst/>
          </a:prstGeom>
        </p:spPr>
      </p:pic>
      <p:sp>
        <p:nvSpPr>
          <p:cNvPr id="32" name="Text 25"/>
          <p:cNvSpPr txBox="1"/>
          <p:nvPr/>
        </p:nvSpPr>
        <p:spPr>
          <a:xfrm>
            <a:off x="1005840" y="3054096"/>
            <a:ext cx="3063240" cy="475488"/>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Edukasi &amp; SEO</a:t>
            </a:r>
            <a:endParaRPr lang="en-US" sz="1200" dirty="0"/>
          </a:p>
        </p:txBody>
      </p:sp>
      <p:sp>
        <p:nvSpPr>
          <p:cNvPr id="33" name="Shape 26"/>
          <p:cNvSpPr/>
          <p:nvPr/>
        </p:nvSpPr>
        <p:spPr>
          <a:xfrm>
            <a:off x="4187952" y="3291840"/>
            <a:ext cx="768096" cy="0"/>
          </a:xfrm>
          <a:prstGeom prst="line">
            <a:avLst/>
          </a:prstGeom>
          <a:noFill/>
          <a:ln w="31750">
            <a:solidFill>
              <a:srgbClr val="D867B2"/>
            </a:solidFill>
            <a:prstDash val="solid"/>
            <a:tailEnd type="triangle"/>
          </a:ln>
        </p:spPr>
      </p:sp>
      <p:sp>
        <p:nvSpPr>
          <p:cNvPr id="34" name="Fitur 3 berita + 3 artikel"/>
          <p:cNvSpPr/>
          <p:nvPr/>
        </p:nvSpPr>
        <p:spPr>
          <a:xfrm>
            <a:off x="5029200" y="3054096"/>
            <a:ext cx="3657600" cy="475488"/>
          </a:xfrm>
          <a:prstGeom prst="roundRect">
            <a:avLst>
              <a:gd name="adj" fmla="val 23077"/>
            </a:avLst>
          </a:prstGeom>
          <a:solidFill>
            <a:srgbClr val="D867B2"/>
          </a:solidFill>
          <a:ln w="12700">
            <a:solidFill>
              <a:srgbClr val="D867B2"/>
            </a:solidFill>
            <a:prstDash val="solid"/>
          </a:ln>
        </p:spPr>
      </p:sp>
      <p:sp>
        <p:nvSpPr>
          <p:cNvPr id="35" name="Text 28"/>
          <p:cNvSpPr txBox="1"/>
          <p:nvPr/>
        </p:nvSpPr>
        <p:spPr>
          <a:xfrm>
            <a:off x="5166360" y="3054096"/>
            <a:ext cx="34290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3 berita + 3 artikel</a:t>
            </a:r>
            <a:endParaRPr lang="en-US" sz="1200" dirty="0"/>
          </a:p>
        </p:txBody>
      </p:sp>
      <p:sp>
        <p:nvSpPr>
          <p:cNvPr id="36" name="Kebutuhan Konversi pendaftaran"/>
          <p:cNvSpPr/>
          <p:nvPr/>
        </p:nvSpPr>
        <p:spPr>
          <a:xfrm>
            <a:off x="457200" y="3621024"/>
            <a:ext cx="3657600" cy="475488"/>
          </a:xfrm>
          <a:prstGeom prst="roundRect">
            <a:avLst>
              <a:gd name="adj" fmla="val 2307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7" name="Shape 30"/>
          <p:cNvSpPr/>
          <p:nvPr/>
        </p:nvSpPr>
        <p:spPr>
          <a:xfrm>
            <a:off x="530352" y="3675888"/>
            <a:ext cx="365760" cy="365760"/>
          </a:xfrm>
          <a:prstGeom prst="ellipse">
            <a:avLst/>
          </a:prstGeom>
          <a:solidFill>
            <a:srgbClr val="E9573F"/>
          </a:solidFill>
          <a:ln w="12700">
            <a:solidFill>
              <a:srgbClr val="E9573F"/>
            </a:solidFill>
            <a:prstDash val="solid"/>
          </a:ln>
        </p:spPr>
      </p:sp>
      <p:pic>
        <p:nvPicPr>
          <p:cNvPr id="38" name="Image 4" descr="preencoded.png">    </p:cNvPr>
          <p:cNvPicPr>
            <a:picLocks noChangeAspect="1"/>
          </p:cNvPicPr>
          <p:nvPr/>
        </p:nvPicPr>
        <p:blipFill>
          <a:blip r:embed="rId5"/>
          <a:stretch>
            <a:fillRect/>
          </a:stretch>
        </p:blipFill>
        <p:spPr>
          <a:xfrm>
            <a:off x="621792" y="3767328"/>
            <a:ext cx="182880" cy="182880"/>
          </a:xfrm>
          <a:prstGeom prst="rect">
            <a:avLst/>
          </a:prstGeom>
        </p:spPr>
      </p:pic>
      <p:sp>
        <p:nvSpPr>
          <p:cNvPr id="39" name="Text 31"/>
          <p:cNvSpPr txBox="1"/>
          <p:nvPr/>
        </p:nvSpPr>
        <p:spPr>
          <a:xfrm>
            <a:off x="1005840" y="3621024"/>
            <a:ext cx="3063240" cy="475488"/>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Konversi pendaftaran</a:t>
            </a:r>
            <a:endParaRPr lang="en-US" sz="1200" dirty="0"/>
          </a:p>
        </p:txBody>
      </p:sp>
      <p:sp>
        <p:nvSpPr>
          <p:cNvPr id="40" name="Shape 32"/>
          <p:cNvSpPr/>
          <p:nvPr/>
        </p:nvSpPr>
        <p:spPr>
          <a:xfrm>
            <a:off x="4187952" y="3858768"/>
            <a:ext cx="768096" cy="0"/>
          </a:xfrm>
          <a:prstGeom prst="line">
            <a:avLst/>
          </a:prstGeom>
          <a:noFill/>
          <a:ln w="31750">
            <a:solidFill>
              <a:srgbClr val="E9573F"/>
            </a:solidFill>
            <a:prstDash val="solid"/>
            <a:tailEnd type="triangle"/>
          </a:ln>
        </p:spPr>
      </p:sp>
      <p:sp>
        <p:nvSpPr>
          <p:cNvPr id="41" name="Fitur Kontak: formulir, WhatsApp, peta"/>
          <p:cNvSpPr/>
          <p:nvPr/>
        </p:nvSpPr>
        <p:spPr>
          <a:xfrm>
            <a:off x="5029200" y="3621024"/>
            <a:ext cx="3657600" cy="475488"/>
          </a:xfrm>
          <a:prstGeom prst="roundRect">
            <a:avLst>
              <a:gd name="adj" fmla="val 23077"/>
            </a:avLst>
          </a:prstGeom>
          <a:solidFill>
            <a:srgbClr val="E9573F"/>
          </a:solidFill>
          <a:ln w="12700">
            <a:solidFill>
              <a:srgbClr val="E9573F"/>
            </a:solidFill>
            <a:prstDash val="solid"/>
          </a:ln>
        </p:spPr>
      </p:sp>
      <p:sp>
        <p:nvSpPr>
          <p:cNvPr id="42" name="Text 34"/>
          <p:cNvSpPr txBox="1"/>
          <p:nvPr/>
        </p:nvSpPr>
        <p:spPr>
          <a:xfrm>
            <a:off x="5166360" y="3621024"/>
            <a:ext cx="34290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Kontak: formulir, WhatsApp, peta</a:t>
            </a:r>
            <a:endParaRPr lang="en-US" sz="1200" dirty="0"/>
          </a:p>
        </p:txBody>
      </p:sp>
      <p:sp>
        <p:nvSpPr>
          <p:cNvPr id="43" name="Kebutuhan Pengguna mobile"/>
          <p:cNvSpPr/>
          <p:nvPr/>
        </p:nvSpPr>
        <p:spPr>
          <a:xfrm>
            <a:off x="457200" y="4187952"/>
            <a:ext cx="3657600" cy="475488"/>
          </a:xfrm>
          <a:prstGeom prst="roundRect">
            <a:avLst>
              <a:gd name="adj" fmla="val 2307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4" name="Shape 36"/>
          <p:cNvSpPr/>
          <p:nvPr/>
        </p:nvSpPr>
        <p:spPr>
          <a:xfrm>
            <a:off x="530352" y="4242816"/>
            <a:ext cx="365760" cy="365760"/>
          </a:xfrm>
          <a:prstGeom prst="ellipse">
            <a:avLst/>
          </a:prstGeom>
          <a:solidFill>
            <a:srgbClr val="0F7F6A"/>
          </a:solidFill>
          <a:ln w="12700">
            <a:solidFill>
              <a:srgbClr val="0F7F6A"/>
            </a:solidFill>
            <a:prstDash val="solid"/>
          </a:ln>
        </p:spPr>
      </p:sp>
      <p:pic>
        <p:nvPicPr>
          <p:cNvPr id="45" name="Image 5" descr="preencoded.png">    </p:cNvPr>
          <p:cNvPicPr>
            <a:picLocks noChangeAspect="1"/>
          </p:cNvPicPr>
          <p:nvPr/>
        </p:nvPicPr>
        <p:blipFill>
          <a:blip r:embed="rId6"/>
          <a:stretch>
            <a:fillRect/>
          </a:stretch>
        </p:blipFill>
        <p:spPr>
          <a:xfrm>
            <a:off x="621792" y="4334256"/>
            <a:ext cx="182880" cy="182880"/>
          </a:xfrm>
          <a:prstGeom prst="rect">
            <a:avLst/>
          </a:prstGeom>
        </p:spPr>
      </p:pic>
      <p:sp>
        <p:nvSpPr>
          <p:cNvPr id="46" name="Text 37"/>
          <p:cNvSpPr txBox="1"/>
          <p:nvPr/>
        </p:nvSpPr>
        <p:spPr>
          <a:xfrm>
            <a:off x="1005840" y="4187952"/>
            <a:ext cx="3063240" cy="475488"/>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Pengguna mobile</a:t>
            </a:r>
            <a:endParaRPr lang="en-US" sz="1200" dirty="0"/>
          </a:p>
        </p:txBody>
      </p:sp>
      <p:sp>
        <p:nvSpPr>
          <p:cNvPr id="47" name="Shape 38"/>
          <p:cNvSpPr/>
          <p:nvPr/>
        </p:nvSpPr>
        <p:spPr>
          <a:xfrm>
            <a:off x="4187952" y="4425696"/>
            <a:ext cx="768096" cy="0"/>
          </a:xfrm>
          <a:prstGeom prst="line">
            <a:avLst/>
          </a:prstGeom>
          <a:noFill/>
          <a:ln w="31750">
            <a:solidFill>
              <a:srgbClr val="0F7F6A"/>
            </a:solidFill>
            <a:prstDash val="solid"/>
            <a:tailEnd type="triangle"/>
          </a:ln>
        </p:spPr>
      </p:sp>
      <p:sp>
        <p:nvSpPr>
          <p:cNvPr id="48" name="Fitur Desain responsif Bootstrap"/>
          <p:cNvSpPr/>
          <p:nvPr/>
        </p:nvSpPr>
        <p:spPr>
          <a:xfrm>
            <a:off x="5029200" y="4187952"/>
            <a:ext cx="3657600" cy="475488"/>
          </a:xfrm>
          <a:prstGeom prst="roundRect">
            <a:avLst>
              <a:gd name="adj" fmla="val 23077"/>
            </a:avLst>
          </a:prstGeom>
          <a:solidFill>
            <a:srgbClr val="0F7F6A"/>
          </a:solidFill>
          <a:ln w="12700">
            <a:solidFill>
              <a:srgbClr val="0F7F6A"/>
            </a:solidFill>
            <a:prstDash val="solid"/>
          </a:ln>
        </p:spPr>
      </p:sp>
      <p:sp>
        <p:nvSpPr>
          <p:cNvPr id="49" name="Text 40"/>
          <p:cNvSpPr txBox="1"/>
          <p:nvPr/>
        </p:nvSpPr>
        <p:spPr>
          <a:xfrm>
            <a:off x="5166360" y="4187952"/>
            <a:ext cx="3429000" cy="475488"/>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Desain responsif Bootstrap</a:t>
            </a:r>
            <a:endParaRPr lang="en-US" sz="1200" dirty="0"/>
          </a:p>
        </p:txBody>
      </p:sp>
      <p:sp>
        <p:nvSpPr>
          <p:cNvPr id="50"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Fitur &amp; Halaman</a:t>
            </a:r>
            <a:endParaRPr lang="en-US" sz="3000" dirty="0"/>
          </a:p>
        </p:txBody>
      </p:sp>
      <p:sp>
        <p:nvSpPr>
          <p:cNvPr id="4" name="Halaman Beranda"/>
          <p:cNvSpPr/>
          <p:nvPr/>
        </p:nvSpPr>
        <p:spPr>
          <a:xfrm>
            <a:off x="457200" y="1097280"/>
            <a:ext cx="2377440" cy="804672"/>
          </a:xfrm>
          <a:prstGeom prst="roundRect">
            <a:avLst>
              <a:gd name="adj" fmla="val 1363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594360" y="1243584"/>
            <a:ext cx="512064" cy="512064"/>
          </a:xfrm>
          <a:prstGeom prst="ellipse">
            <a:avLst/>
          </a:prstGeom>
          <a:solidFill>
            <a:srgbClr val="14A085"/>
          </a:solidFill>
          <a:ln w="12700">
            <a:solidFill>
              <a:srgbClr val="14A085"/>
            </a:solidFill>
            <a:prstDash val="solid"/>
          </a:ln>
        </p:spPr>
      </p:sp>
      <p:pic>
        <p:nvPicPr>
          <p:cNvPr id="6" name="Image 0" descr="preencoded.png">    </p:cNvPr>
          <p:cNvPicPr>
            <a:picLocks noChangeAspect="1"/>
          </p:cNvPicPr>
          <p:nvPr/>
        </p:nvPicPr>
        <p:blipFill>
          <a:blip r:embed="rId1"/>
          <a:stretch>
            <a:fillRect/>
          </a:stretch>
        </p:blipFill>
        <p:spPr>
          <a:xfrm>
            <a:off x="722376" y="1371600"/>
            <a:ext cx="256032" cy="256032"/>
          </a:xfrm>
          <a:prstGeom prst="rect">
            <a:avLst/>
          </a:prstGeom>
        </p:spPr>
      </p:pic>
      <p:sp>
        <p:nvSpPr>
          <p:cNvPr id="7" name="Text 3"/>
          <p:cNvSpPr txBox="1"/>
          <p:nvPr/>
        </p:nvSpPr>
        <p:spPr>
          <a:xfrm>
            <a:off x="1234440" y="1188720"/>
            <a:ext cx="1554480" cy="32004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Beranda</a:t>
            </a:r>
            <a:endParaRPr lang="en-US" sz="1400" dirty="0"/>
          </a:p>
        </p:txBody>
      </p:sp>
      <p:sp>
        <p:nvSpPr>
          <p:cNvPr id="8" name="Text 4"/>
          <p:cNvSpPr txBox="1"/>
          <p:nvPr/>
        </p:nvSpPr>
        <p:spPr>
          <a:xfrm>
            <a:off x="1234440" y="1499616"/>
            <a:ext cx="1554480" cy="310896"/>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Slider &amp; kursus unggulan</a:t>
            </a:r>
            <a:endParaRPr lang="en-US" sz="1000" dirty="0"/>
          </a:p>
        </p:txBody>
      </p:sp>
      <p:sp>
        <p:nvSpPr>
          <p:cNvPr id="9" name="Halaman Tentang Kami"/>
          <p:cNvSpPr/>
          <p:nvPr/>
        </p:nvSpPr>
        <p:spPr>
          <a:xfrm>
            <a:off x="2971800" y="1097280"/>
            <a:ext cx="2377440" cy="804672"/>
          </a:xfrm>
          <a:prstGeom prst="roundRect">
            <a:avLst>
              <a:gd name="adj" fmla="val 1363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Shape 6"/>
          <p:cNvSpPr/>
          <p:nvPr/>
        </p:nvSpPr>
        <p:spPr>
          <a:xfrm>
            <a:off x="3108960" y="1243584"/>
            <a:ext cx="512064" cy="512064"/>
          </a:xfrm>
          <a:prstGeom prst="ellipse">
            <a:avLst/>
          </a:prstGeom>
          <a:solidFill>
            <a:srgbClr val="2FA4E7"/>
          </a:solidFill>
          <a:ln w="12700">
            <a:solidFill>
              <a:srgbClr val="2FA4E7"/>
            </a:solidFill>
            <a:prstDash val="solid"/>
          </a:ln>
        </p:spPr>
      </p:sp>
      <p:pic>
        <p:nvPicPr>
          <p:cNvPr id="11" name="Image 1" descr="preencoded.png">    </p:cNvPr>
          <p:cNvPicPr>
            <a:picLocks noChangeAspect="1"/>
          </p:cNvPicPr>
          <p:nvPr/>
        </p:nvPicPr>
        <p:blipFill>
          <a:blip r:embed="rId2"/>
          <a:stretch>
            <a:fillRect/>
          </a:stretch>
        </p:blipFill>
        <p:spPr>
          <a:xfrm>
            <a:off x="3236976" y="1371600"/>
            <a:ext cx="256032" cy="256032"/>
          </a:xfrm>
          <a:prstGeom prst="rect">
            <a:avLst/>
          </a:prstGeom>
        </p:spPr>
      </p:pic>
      <p:sp>
        <p:nvSpPr>
          <p:cNvPr id="12" name="Text 7"/>
          <p:cNvSpPr txBox="1"/>
          <p:nvPr/>
        </p:nvSpPr>
        <p:spPr>
          <a:xfrm>
            <a:off x="3749040" y="1188720"/>
            <a:ext cx="1554480" cy="32004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Tentang Kami</a:t>
            </a:r>
            <a:endParaRPr lang="en-US" sz="1400" dirty="0"/>
          </a:p>
        </p:txBody>
      </p:sp>
      <p:sp>
        <p:nvSpPr>
          <p:cNvPr id="13" name="Text 8"/>
          <p:cNvSpPr txBox="1"/>
          <p:nvPr/>
        </p:nvSpPr>
        <p:spPr>
          <a:xfrm>
            <a:off x="3749040" y="1499616"/>
            <a:ext cx="1554480" cy="310896"/>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Profil &amp; tim</a:t>
            </a:r>
            <a:endParaRPr lang="en-US" sz="1000" dirty="0"/>
          </a:p>
        </p:txBody>
      </p:sp>
      <p:sp>
        <p:nvSpPr>
          <p:cNvPr id="14" name="Halaman Kursus"/>
          <p:cNvSpPr/>
          <p:nvPr/>
        </p:nvSpPr>
        <p:spPr>
          <a:xfrm>
            <a:off x="457200" y="2011680"/>
            <a:ext cx="2377440" cy="804672"/>
          </a:xfrm>
          <a:prstGeom prst="roundRect">
            <a:avLst>
              <a:gd name="adj" fmla="val 1363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Shape 10"/>
          <p:cNvSpPr/>
          <p:nvPr/>
        </p:nvSpPr>
        <p:spPr>
          <a:xfrm>
            <a:off x="594360" y="2157984"/>
            <a:ext cx="512064" cy="512064"/>
          </a:xfrm>
          <a:prstGeom prst="ellipse">
            <a:avLst/>
          </a:prstGeom>
          <a:solidFill>
            <a:srgbClr val="61B331"/>
          </a:solidFill>
          <a:ln w="12700">
            <a:solidFill>
              <a:srgbClr val="61B331"/>
            </a:solidFill>
            <a:prstDash val="solid"/>
          </a:ln>
        </p:spPr>
      </p:sp>
      <p:pic>
        <p:nvPicPr>
          <p:cNvPr id="16" name="Image 2" descr="preencoded.png">    </p:cNvPr>
          <p:cNvPicPr>
            <a:picLocks noChangeAspect="1"/>
          </p:cNvPicPr>
          <p:nvPr/>
        </p:nvPicPr>
        <p:blipFill>
          <a:blip r:embed="rId3"/>
          <a:stretch>
            <a:fillRect/>
          </a:stretch>
        </p:blipFill>
        <p:spPr>
          <a:xfrm>
            <a:off x="722376" y="2286000"/>
            <a:ext cx="256032" cy="256032"/>
          </a:xfrm>
          <a:prstGeom prst="rect">
            <a:avLst/>
          </a:prstGeom>
        </p:spPr>
      </p:pic>
      <p:sp>
        <p:nvSpPr>
          <p:cNvPr id="17" name="Text 11"/>
          <p:cNvSpPr txBox="1"/>
          <p:nvPr/>
        </p:nvSpPr>
        <p:spPr>
          <a:xfrm>
            <a:off x="1234440" y="2103120"/>
            <a:ext cx="1554480" cy="32004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Kursus</a:t>
            </a:r>
            <a:endParaRPr lang="en-US" sz="1400" dirty="0"/>
          </a:p>
        </p:txBody>
      </p:sp>
      <p:sp>
        <p:nvSpPr>
          <p:cNvPr id="18" name="Text 12"/>
          <p:cNvSpPr txBox="1"/>
          <p:nvPr/>
        </p:nvSpPr>
        <p:spPr>
          <a:xfrm>
            <a:off x="1234440" y="2414016"/>
            <a:ext cx="1554480" cy="310896"/>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Daftar mata pelajaran</a:t>
            </a:r>
            <a:endParaRPr lang="en-US" sz="1000" dirty="0"/>
          </a:p>
        </p:txBody>
      </p:sp>
      <p:sp>
        <p:nvSpPr>
          <p:cNvPr id="19" name="Halaman Galeri"/>
          <p:cNvSpPr/>
          <p:nvPr/>
        </p:nvSpPr>
        <p:spPr>
          <a:xfrm>
            <a:off x="2971800" y="2011680"/>
            <a:ext cx="2377440" cy="804672"/>
          </a:xfrm>
          <a:prstGeom prst="roundRect">
            <a:avLst>
              <a:gd name="adj" fmla="val 1363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4"/>
          <p:cNvSpPr/>
          <p:nvPr/>
        </p:nvSpPr>
        <p:spPr>
          <a:xfrm>
            <a:off x="3108960" y="2157984"/>
            <a:ext cx="512064" cy="512064"/>
          </a:xfrm>
          <a:prstGeom prst="ellipse">
            <a:avLst/>
          </a:prstGeom>
          <a:solidFill>
            <a:srgbClr val="D867B2"/>
          </a:solidFill>
          <a:ln w="12700">
            <a:solidFill>
              <a:srgbClr val="D867B2"/>
            </a:solidFill>
            <a:prstDash val="solid"/>
          </a:ln>
        </p:spPr>
      </p:sp>
      <p:pic>
        <p:nvPicPr>
          <p:cNvPr id="21" name="Image 3" descr="preencoded.png">    </p:cNvPr>
          <p:cNvPicPr>
            <a:picLocks noChangeAspect="1"/>
          </p:cNvPicPr>
          <p:nvPr/>
        </p:nvPicPr>
        <p:blipFill>
          <a:blip r:embed="rId4"/>
          <a:stretch>
            <a:fillRect/>
          </a:stretch>
        </p:blipFill>
        <p:spPr>
          <a:xfrm>
            <a:off x="3236976" y="2286000"/>
            <a:ext cx="256032" cy="256032"/>
          </a:xfrm>
          <a:prstGeom prst="rect">
            <a:avLst/>
          </a:prstGeom>
        </p:spPr>
      </p:pic>
      <p:sp>
        <p:nvSpPr>
          <p:cNvPr id="22" name="Text 15"/>
          <p:cNvSpPr txBox="1"/>
          <p:nvPr/>
        </p:nvSpPr>
        <p:spPr>
          <a:xfrm>
            <a:off x="3749040" y="2103120"/>
            <a:ext cx="1554480" cy="32004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Galeri</a:t>
            </a:r>
            <a:endParaRPr lang="en-US" sz="1400" dirty="0"/>
          </a:p>
        </p:txBody>
      </p:sp>
      <p:sp>
        <p:nvSpPr>
          <p:cNvPr id="23" name="Text 16"/>
          <p:cNvSpPr txBox="1"/>
          <p:nvPr/>
        </p:nvSpPr>
        <p:spPr>
          <a:xfrm>
            <a:off x="3749040" y="2414016"/>
            <a:ext cx="1554480" cy="310896"/>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Filter SD / SMP / SMA</a:t>
            </a:r>
            <a:endParaRPr lang="en-US" sz="1000" dirty="0"/>
          </a:p>
        </p:txBody>
      </p:sp>
      <p:sp>
        <p:nvSpPr>
          <p:cNvPr id="24" name="Halaman Harga"/>
          <p:cNvSpPr/>
          <p:nvPr/>
        </p:nvSpPr>
        <p:spPr>
          <a:xfrm>
            <a:off x="457200" y="2926080"/>
            <a:ext cx="2377440" cy="804672"/>
          </a:xfrm>
          <a:prstGeom prst="roundRect">
            <a:avLst>
              <a:gd name="adj" fmla="val 1363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5" name="Shape 18"/>
          <p:cNvSpPr/>
          <p:nvPr/>
        </p:nvSpPr>
        <p:spPr>
          <a:xfrm>
            <a:off x="594360" y="3072384"/>
            <a:ext cx="512064" cy="512064"/>
          </a:xfrm>
          <a:prstGeom prst="ellipse">
            <a:avLst/>
          </a:prstGeom>
          <a:solidFill>
            <a:srgbClr val="E9573F"/>
          </a:solidFill>
          <a:ln w="12700">
            <a:solidFill>
              <a:srgbClr val="E9573F"/>
            </a:solidFill>
            <a:prstDash val="solid"/>
          </a:ln>
        </p:spPr>
      </p:sp>
      <p:pic>
        <p:nvPicPr>
          <p:cNvPr id="26" name="Image 4" descr="preencoded.png">    </p:cNvPr>
          <p:cNvPicPr>
            <a:picLocks noChangeAspect="1"/>
          </p:cNvPicPr>
          <p:nvPr/>
        </p:nvPicPr>
        <p:blipFill>
          <a:blip r:embed="rId5"/>
          <a:stretch>
            <a:fillRect/>
          </a:stretch>
        </p:blipFill>
        <p:spPr>
          <a:xfrm>
            <a:off x="722376" y="3200400"/>
            <a:ext cx="256032" cy="256032"/>
          </a:xfrm>
          <a:prstGeom prst="rect">
            <a:avLst/>
          </a:prstGeom>
        </p:spPr>
      </p:pic>
      <p:sp>
        <p:nvSpPr>
          <p:cNvPr id="27" name="Text 19"/>
          <p:cNvSpPr txBox="1"/>
          <p:nvPr/>
        </p:nvSpPr>
        <p:spPr>
          <a:xfrm>
            <a:off x="1234440" y="3017520"/>
            <a:ext cx="1554480" cy="32004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Harga</a:t>
            </a:r>
            <a:endParaRPr lang="en-US" sz="1400" dirty="0"/>
          </a:p>
        </p:txBody>
      </p:sp>
      <p:sp>
        <p:nvSpPr>
          <p:cNvPr id="28" name="Text 20"/>
          <p:cNvSpPr txBox="1"/>
          <p:nvPr/>
        </p:nvSpPr>
        <p:spPr>
          <a:xfrm>
            <a:off x="1234440" y="3328416"/>
            <a:ext cx="1554480" cy="310896"/>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4 paket bulanan</a:t>
            </a:r>
            <a:endParaRPr lang="en-US" sz="1000" dirty="0"/>
          </a:p>
        </p:txBody>
      </p:sp>
      <p:sp>
        <p:nvSpPr>
          <p:cNvPr id="29" name="Halaman Kontak"/>
          <p:cNvSpPr/>
          <p:nvPr/>
        </p:nvSpPr>
        <p:spPr>
          <a:xfrm>
            <a:off x="2971800" y="2926080"/>
            <a:ext cx="2377440" cy="804672"/>
          </a:xfrm>
          <a:prstGeom prst="roundRect">
            <a:avLst>
              <a:gd name="adj" fmla="val 1363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0" name="Shape 22"/>
          <p:cNvSpPr/>
          <p:nvPr/>
        </p:nvSpPr>
        <p:spPr>
          <a:xfrm>
            <a:off x="3108960" y="3072384"/>
            <a:ext cx="512064" cy="512064"/>
          </a:xfrm>
          <a:prstGeom prst="ellipse">
            <a:avLst/>
          </a:prstGeom>
          <a:solidFill>
            <a:srgbClr val="2FA4E7"/>
          </a:solidFill>
          <a:ln w="12700">
            <a:solidFill>
              <a:srgbClr val="2FA4E7"/>
            </a:solidFill>
            <a:prstDash val="solid"/>
          </a:ln>
        </p:spPr>
      </p:sp>
      <p:pic>
        <p:nvPicPr>
          <p:cNvPr id="31" name="Image 5" descr="preencoded.png">    </p:cNvPr>
          <p:cNvPicPr>
            <a:picLocks noChangeAspect="1"/>
          </p:cNvPicPr>
          <p:nvPr/>
        </p:nvPicPr>
        <p:blipFill>
          <a:blip r:embed="rId6"/>
          <a:stretch>
            <a:fillRect/>
          </a:stretch>
        </p:blipFill>
        <p:spPr>
          <a:xfrm>
            <a:off x="3236976" y="3200400"/>
            <a:ext cx="256032" cy="256032"/>
          </a:xfrm>
          <a:prstGeom prst="rect">
            <a:avLst/>
          </a:prstGeom>
        </p:spPr>
      </p:pic>
      <p:sp>
        <p:nvSpPr>
          <p:cNvPr id="32" name="Text 23"/>
          <p:cNvSpPr txBox="1"/>
          <p:nvPr/>
        </p:nvSpPr>
        <p:spPr>
          <a:xfrm>
            <a:off x="3749040" y="3017520"/>
            <a:ext cx="1554480" cy="32004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Kontak</a:t>
            </a:r>
            <a:endParaRPr lang="en-US" sz="1400" dirty="0"/>
          </a:p>
        </p:txBody>
      </p:sp>
      <p:sp>
        <p:nvSpPr>
          <p:cNvPr id="33" name="Text 24"/>
          <p:cNvSpPr txBox="1"/>
          <p:nvPr/>
        </p:nvSpPr>
        <p:spPr>
          <a:xfrm>
            <a:off x="3749040" y="3328416"/>
            <a:ext cx="1554480" cy="310896"/>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Peta &amp; formulir</a:t>
            </a:r>
            <a:endParaRPr lang="en-US" sz="1000" dirty="0"/>
          </a:p>
        </p:txBody>
      </p:sp>
      <p:sp>
        <p:nvSpPr>
          <p:cNvPr id="34" name="Halaman Berita"/>
          <p:cNvSpPr/>
          <p:nvPr/>
        </p:nvSpPr>
        <p:spPr>
          <a:xfrm>
            <a:off x="457200" y="3840480"/>
            <a:ext cx="2377440" cy="804672"/>
          </a:xfrm>
          <a:prstGeom prst="roundRect">
            <a:avLst>
              <a:gd name="adj" fmla="val 1363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5" name="Shape 26"/>
          <p:cNvSpPr/>
          <p:nvPr/>
        </p:nvSpPr>
        <p:spPr>
          <a:xfrm>
            <a:off x="594360" y="3986784"/>
            <a:ext cx="512064" cy="512064"/>
          </a:xfrm>
          <a:prstGeom prst="ellipse">
            <a:avLst/>
          </a:prstGeom>
          <a:solidFill>
            <a:srgbClr val="14A085"/>
          </a:solidFill>
          <a:ln w="12700">
            <a:solidFill>
              <a:srgbClr val="14A085"/>
            </a:solidFill>
            <a:prstDash val="solid"/>
          </a:ln>
        </p:spPr>
      </p:sp>
      <p:pic>
        <p:nvPicPr>
          <p:cNvPr id="36" name="Image 6" descr="preencoded.png">    </p:cNvPr>
          <p:cNvPicPr>
            <a:picLocks noChangeAspect="1"/>
          </p:cNvPicPr>
          <p:nvPr/>
        </p:nvPicPr>
        <p:blipFill>
          <a:blip r:embed="rId7"/>
          <a:stretch>
            <a:fillRect/>
          </a:stretch>
        </p:blipFill>
        <p:spPr>
          <a:xfrm>
            <a:off x="722376" y="4114800"/>
            <a:ext cx="256032" cy="256032"/>
          </a:xfrm>
          <a:prstGeom prst="rect">
            <a:avLst/>
          </a:prstGeom>
        </p:spPr>
      </p:pic>
      <p:sp>
        <p:nvSpPr>
          <p:cNvPr id="37" name="Text 27"/>
          <p:cNvSpPr txBox="1"/>
          <p:nvPr/>
        </p:nvSpPr>
        <p:spPr>
          <a:xfrm>
            <a:off x="1234440" y="3931920"/>
            <a:ext cx="1554480" cy="32004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Berita</a:t>
            </a:r>
            <a:endParaRPr lang="en-US" sz="1400" dirty="0"/>
          </a:p>
        </p:txBody>
      </p:sp>
      <p:sp>
        <p:nvSpPr>
          <p:cNvPr id="38" name="Text 28"/>
          <p:cNvSpPr txBox="1"/>
          <p:nvPr/>
        </p:nvSpPr>
        <p:spPr>
          <a:xfrm>
            <a:off x="1234440" y="4242816"/>
            <a:ext cx="1554480" cy="310896"/>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3 berita terbaru</a:t>
            </a:r>
            <a:endParaRPr lang="en-US" sz="1000" dirty="0"/>
          </a:p>
        </p:txBody>
      </p:sp>
      <p:sp>
        <p:nvSpPr>
          <p:cNvPr id="39" name="Halaman Artikel"/>
          <p:cNvSpPr/>
          <p:nvPr/>
        </p:nvSpPr>
        <p:spPr>
          <a:xfrm>
            <a:off x="2971800" y="3840480"/>
            <a:ext cx="2377440" cy="804672"/>
          </a:xfrm>
          <a:prstGeom prst="roundRect">
            <a:avLst>
              <a:gd name="adj" fmla="val 13636"/>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0" name="Shape 30"/>
          <p:cNvSpPr/>
          <p:nvPr/>
        </p:nvSpPr>
        <p:spPr>
          <a:xfrm>
            <a:off x="3108960" y="3986784"/>
            <a:ext cx="512064" cy="512064"/>
          </a:xfrm>
          <a:prstGeom prst="ellipse">
            <a:avLst/>
          </a:prstGeom>
          <a:solidFill>
            <a:srgbClr val="61B331"/>
          </a:solidFill>
          <a:ln w="12700">
            <a:solidFill>
              <a:srgbClr val="61B331"/>
            </a:solidFill>
            <a:prstDash val="solid"/>
          </a:ln>
        </p:spPr>
      </p:sp>
      <p:pic>
        <p:nvPicPr>
          <p:cNvPr id="41" name="Image 7" descr="preencoded.png">    </p:cNvPr>
          <p:cNvPicPr>
            <a:picLocks noChangeAspect="1"/>
          </p:cNvPicPr>
          <p:nvPr/>
        </p:nvPicPr>
        <p:blipFill>
          <a:blip r:embed="rId8"/>
          <a:stretch>
            <a:fillRect/>
          </a:stretch>
        </p:blipFill>
        <p:spPr>
          <a:xfrm>
            <a:off x="3236976" y="4114800"/>
            <a:ext cx="256032" cy="256032"/>
          </a:xfrm>
          <a:prstGeom prst="rect">
            <a:avLst/>
          </a:prstGeom>
        </p:spPr>
      </p:pic>
      <p:sp>
        <p:nvSpPr>
          <p:cNvPr id="42" name="Text 31"/>
          <p:cNvSpPr txBox="1"/>
          <p:nvPr/>
        </p:nvSpPr>
        <p:spPr>
          <a:xfrm>
            <a:off x="3749040" y="3931920"/>
            <a:ext cx="1554480" cy="320040"/>
          </a:xfrm>
          <a:prstGeom prst="rect">
            <a:avLst/>
          </a:prstGeom>
          <a:noFill/>
          <a:ln/>
        </p:spPr>
        <p:txBody>
          <a:bodyPr wrap="square" lIns="0" tIns="0" rIns="0" bIns="0"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Artikel</a:t>
            </a:r>
            <a:endParaRPr lang="en-US" sz="1400" dirty="0"/>
          </a:p>
        </p:txBody>
      </p:sp>
      <p:sp>
        <p:nvSpPr>
          <p:cNvPr id="43" name="Text 32"/>
          <p:cNvSpPr txBox="1"/>
          <p:nvPr/>
        </p:nvSpPr>
        <p:spPr>
          <a:xfrm>
            <a:off x="3749040" y="4242816"/>
            <a:ext cx="1554480" cy="310896"/>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3 artikel belajar</a:t>
            </a:r>
            <a:endParaRPr lang="en-US" sz="1000" dirty="0"/>
          </a:p>
        </p:txBody>
      </p:sp>
      <p:sp>
        <p:nvSpPr>
          <p:cNvPr id="44" name="Placeholder screenshot"/>
          <p:cNvSpPr/>
          <p:nvPr/>
        </p:nvSpPr>
        <p:spPr>
          <a:xfrm>
            <a:off x="5577840" y="1097280"/>
            <a:ext cx="3108960" cy="3547872"/>
          </a:xfrm>
          <a:prstGeom prst="roundRect">
            <a:avLst>
              <a:gd name="adj" fmla="val 3529"/>
            </a:avLst>
          </a:prstGeom>
          <a:solidFill>
            <a:srgbClr val="EFEFEF"/>
          </a:solidFill>
          <a:ln w="19050">
            <a:solidFill>
              <a:srgbClr val="9A9A9A"/>
            </a:solidFill>
            <a:prstDash val="dash"/>
          </a:ln>
        </p:spPr>
      </p:sp>
      <p:pic>
        <p:nvPicPr>
          <p:cNvPr id="45" name="Image 8" descr="preencoded.png">    </p:cNvPr>
          <p:cNvPicPr>
            <a:picLocks noChangeAspect="1"/>
          </p:cNvPicPr>
          <p:nvPr/>
        </p:nvPicPr>
        <p:blipFill>
          <a:blip r:embed="rId9"/>
          <a:stretch>
            <a:fillRect/>
          </a:stretch>
        </p:blipFill>
        <p:spPr>
          <a:xfrm>
            <a:off x="6903720" y="2197120"/>
            <a:ext cx="457200" cy="411480"/>
          </a:xfrm>
          <a:prstGeom prst="rect">
            <a:avLst/>
          </a:prstGeom>
        </p:spPr>
      </p:pic>
      <p:sp>
        <p:nvSpPr>
          <p:cNvPr id="46" name="Text 34"/>
          <p:cNvSpPr txBox="1"/>
          <p:nvPr/>
        </p:nvSpPr>
        <p:spPr>
          <a:xfrm>
            <a:off x="5715000" y="2700040"/>
            <a:ext cx="2834640" cy="1853672"/>
          </a:xfrm>
          <a:prstGeom prst="rect">
            <a:avLst/>
          </a:prstGeom>
          <a:noFill/>
          <a:ln/>
        </p:spPr>
        <p:txBody>
          <a:bodyPr wrap="square" lIns="0" tIns="0" rIns="0" bIns="0" rtlCol="0" anchor="t"/>
          <a:lstStyle/>
          <a:p>
            <a:pPr algn="ctr" indent="0" marL="0">
              <a:buNone/>
            </a:pPr>
            <a:r>
              <a:rPr lang="en-US" sz="1100" b="1" dirty="0">
                <a:solidFill>
                  <a:srgbClr val="0F7F6A"/>
                </a:solidFill>
                <a:latin typeface="Calibri" pitchFamily="34" charset="0"/>
                <a:ea typeface="Calibri" pitchFamily="34" charset="-122"/>
                <a:cs typeface="Calibri" pitchFamily="34" charset="-120"/>
              </a:rPr>
              <a:t>SCREENSHOT: </a:t>
            </a:r>
            <a:pPr algn="ctr" indent="0" marL="0">
              <a:buNone/>
            </a:pPr>
            <a:r>
              <a:rPr lang="en-US" sz="1100" dirty="0">
                <a:solidFill>
                  <a:srgbClr val="333333"/>
                </a:solidFill>
                <a:latin typeface="Calibri" pitchFamily="34" charset="0"/>
                <a:ea typeface="Calibri" pitchFamily="34" charset="-122"/>
                <a:cs typeface="Calibri" pitchFamily="34" charset="-120"/>
              </a:rPr>
              <a:t>Halaman Beranda (index.html) — tampilkan slider + bagian "Kursus Unggulan Kami", lebar layar penuh</a:t>
            </a:r>
            <a:endParaRPr lang="en-US" sz="1100" dirty="0"/>
          </a:p>
        </p:txBody>
      </p:sp>
      <p:sp>
        <p:nvSpPr>
          <p:cNvPr id="47"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Teknologi</a:t>
            </a:r>
            <a:endParaRPr lang="en-US" sz="3000" dirty="0"/>
          </a:p>
        </p:txBody>
      </p:sp>
      <p:sp>
        <p:nvSpPr>
          <p:cNvPr id="4" name="Teknologi HTML5"/>
          <p:cNvSpPr/>
          <p:nvPr/>
        </p:nvSpPr>
        <p:spPr>
          <a:xfrm>
            <a:off x="457200" y="1188720"/>
            <a:ext cx="192024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1051560" y="1371600"/>
            <a:ext cx="731520" cy="731520"/>
          </a:xfrm>
          <a:prstGeom prst="ellipse">
            <a:avLst/>
          </a:prstGeom>
          <a:solidFill>
            <a:srgbClr val="E44D26"/>
          </a:solidFill>
          <a:ln w="12700">
            <a:solidFill>
              <a:srgbClr val="E44D26"/>
            </a:solidFill>
            <a:prstDash val="solid"/>
          </a:ln>
        </p:spPr>
      </p:sp>
      <p:pic>
        <p:nvPicPr>
          <p:cNvPr id="6" name="Image 0" descr="preencoded.png">    </p:cNvPr>
          <p:cNvPicPr>
            <a:picLocks noChangeAspect="1"/>
          </p:cNvPicPr>
          <p:nvPr/>
        </p:nvPicPr>
        <p:blipFill>
          <a:blip r:embed="rId1"/>
          <a:stretch>
            <a:fillRect/>
          </a:stretch>
        </p:blipFill>
        <p:spPr>
          <a:xfrm>
            <a:off x="1234440" y="1554480"/>
            <a:ext cx="365760" cy="365760"/>
          </a:xfrm>
          <a:prstGeom prst="rect">
            <a:avLst/>
          </a:prstGeom>
        </p:spPr>
      </p:pic>
      <p:sp>
        <p:nvSpPr>
          <p:cNvPr id="7" name="Text 3"/>
          <p:cNvSpPr txBox="1"/>
          <p:nvPr/>
        </p:nvSpPr>
        <p:spPr>
          <a:xfrm>
            <a:off x="457200" y="2148840"/>
            <a:ext cx="1920240" cy="320040"/>
          </a:xfrm>
          <a:prstGeom prst="rect">
            <a:avLst/>
          </a:prstGeom>
          <a:noFill/>
          <a:ln/>
        </p:spPr>
        <p:txBody>
          <a:bodyPr wrap="square" lIns="0" tIns="0" rIns="0" bIns="0" rtlCol="0" anchor="ctr"/>
          <a:lstStyle/>
          <a:p>
            <a:pPr algn="ctr" indent="0" marL="0">
              <a:buNone/>
            </a:pPr>
            <a:r>
              <a:rPr lang="en-US" sz="1500" b="1" dirty="0">
                <a:solidFill>
                  <a:srgbClr val="333333"/>
                </a:solidFill>
                <a:latin typeface="Calibri" pitchFamily="34" charset="0"/>
                <a:ea typeface="Calibri" pitchFamily="34" charset="-122"/>
                <a:cs typeface="Calibri" pitchFamily="34" charset="-120"/>
              </a:rPr>
              <a:t>HTML5</a:t>
            </a:r>
            <a:endParaRPr lang="en-US" sz="1500" dirty="0"/>
          </a:p>
        </p:txBody>
      </p:sp>
      <p:sp>
        <p:nvSpPr>
          <p:cNvPr id="8" name="Text 4"/>
          <p:cNvSpPr txBox="1"/>
          <p:nvPr/>
        </p:nvSpPr>
        <p:spPr>
          <a:xfrm>
            <a:off x="457200" y="2468880"/>
            <a:ext cx="192024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Struktur halaman</a:t>
            </a:r>
            <a:endParaRPr lang="en-US" sz="1100" dirty="0"/>
          </a:p>
        </p:txBody>
      </p:sp>
      <p:sp>
        <p:nvSpPr>
          <p:cNvPr id="9" name="Teknologi CSS3"/>
          <p:cNvSpPr/>
          <p:nvPr/>
        </p:nvSpPr>
        <p:spPr>
          <a:xfrm>
            <a:off x="2560320" y="1188720"/>
            <a:ext cx="192024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0" name="Shape 6"/>
          <p:cNvSpPr/>
          <p:nvPr/>
        </p:nvSpPr>
        <p:spPr>
          <a:xfrm>
            <a:off x="3154680" y="1371600"/>
            <a:ext cx="731520" cy="731520"/>
          </a:xfrm>
          <a:prstGeom prst="ellipse">
            <a:avLst/>
          </a:prstGeom>
          <a:solidFill>
            <a:srgbClr val="2FA4E7"/>
          </a:solidFill>
          <a:ln w="12700">
            <a:solidFill>
              <a:srgbClr val="2FA4E7"/>
            </a:solidFill>
            <a:prstDash val="solid"/>
          </a:ln>
        </p:spPr>
      </p:sp>
      <p:pic>
        <p:nvPicPr>
          <p:cNvPr id="11" name="Image 1" descr="preencoded.png">    </p:cNvPr>
          <p:cNvPicPr>
            <a:picLocks noChangeAspect="1"/>
          </p:cNvPicPr>
          <p:nvPr/>
        </p:nvPicPr>
        <p:blipFill>
          <a:blip r:embed="rId2"/>
          <a:stretch>
            <a:fillRect/>
          </a:stretch>
        </p:blipFill>
        <p:spPr>
          <a:xfrm>
            <a:off x="3337560" y="1554480"/>
            <a:ext cx="365760" cy="365760"/>
          </a:xfrm>
          <a:prstGeom prst="rect">
            <a:avLst/>
          </a:prstGeom>
        </p:spPr>
      </p:pic>
      <p:sp>
        <p:nvSpPr>
          <p:cNvPr id="12" name="Text 7"/>
          <p:cNvSpPr txBox="1"/>
          <p:nvPr/>
        </p:nvSpPr>
        <p:spPr>
          <a:xfrm>
            <a:off x="2560320" y="2148840"/>
            <a:ext cx="1920240" cy="320040"/>
          </a:xfrm>
          <a:prstGeom prst="rect">
            <a:avLst/>
          </a:prstGeom>
          <a:noFill/>
          <a:ln/>
        </p:spPr>
        <p:txBody>
          <a:bodyPr wrap="square" lIns="0" tIns="0" rIns="0" bIns="0" rtlCol="0" anchor="ctr"/>
          <a:lstStyle/>
          <a:p>
            <a:pPr algn="ctr" indent="0" marL="0">
              <a:buNone/>
            </a:pPr>
            <a:r>
              <a:rPr lang="en-US" sz="1500" b="1" dirty="0">
                <a:solidFill>
                  <a:srgbClr val="333333"/>
                </a:solidFill>
                <a:latin typeface="Calibri" pitchFamily="34" charset="0"/>
                <a:ea typeface="Calibri" pitchFamily="34" charset="-122"/>
                <a:cs typeface="Calibri" pitchFamily="34" charset="-120"/>
              </a:rPr>
              <a:t>CSS3</a:t>
            </a:r>
            <a:endParaRPr lang="en-US" sz="1500" dirty="0"/>
          </a:p>
        </p:txBody>
      </p:sp>
      <p:sp>
        <p:nvSpPr>
          <p:cNvPr id="13" name="Text 8"/>
          <p:cNvSpPr txBox="1"/>
          <p:nvPr/>
        </p:nvSpPr>
        <p:spPr>
          <a:xfrm>
            <a:off x="2560320" y="2468880"/>
            <a:ext cx="192024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Tampilan &amp; gaya</a:t>
            </a:r>
            <a:endParaRPr lang="en-US" sz="1100" dirty="0"/>
          </a:p>
        </p:txBody>
      </p:sp>
      <p:sp>
        <p:nvSpPr>
          <p:cNvPr id="14" name="Teknologi Bootstrap 3"/>
          <p:cNvSpPr/>
          <p:nvPr/>
        </p:nvSpPr>
        <p:spPr>
          <a:xfrm>
            <a:off x="4663440" y="1188720"/>
            <a:ext cx="192024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Shape 10"/>
          <p:cNvSpPr/>
          <p:nvPr/>
        </p:nvSpPr>
        <p:spPr>
          <a:xfrm>
            <a:off x="5257800" y="1371600"/>
            <a:ext cx="731520" cy="731520"/>
          </a:xfrm>
          <a:prstGeom prst="ellipse">
            <a:avLst/>
          </a:prstGeom>
          <a:solidFill>
            <a:srgbClr val="7952B3"/>
          </a:solidFill>
          <a:ln w="12700">
            <a:solidFill>
              <a:srgbClr val="7952B3"/>
            </a:solidFill>
            <a:prstDash val="solid"/>
          </a:ln>
        </p:spPr>
      </p:sp>
      <p:pic>
        <p:nvPicPr>
          <p:cNvPr id="16" name="Image 2" descr="preencoded.png">    </p:cNvPr>
          <p:cNvPicPr>
            <a:picLocks noChangeAspect="1"/>
          </p:cNvPicPr>
          <p:nvPr/>
        </p:nvPicPr>
        <p:blipFill>
          <a:blip r:embed="rId3"/>
          <a:stretch>
            <a:fillRect/>
          </a:stretch>
        </p:blipFill>
        <p:spPr>
          <a:xfrm>
            <a:off x="5440680" y="1554480"/>
            <a:ext cx="365760" cy="365760"/>
          </a:xfrm>
          <a:prstGeom prst="rect">
            <a:avLst/>
          </a:prstGeom>
        </p:spPr>
      </p:pic>
      <p:sp>
        <p:nvSpPr>
          <p:cNvPr id="17" name="Text 11"/>
          <p:cNvSpPr txBox="1"/>
          <p:nvPr/>
        </p:nvSpPr>
        <p:spPr>
          <a:xfrm>
            <a:off x="4663440" y="2148840"/>
            <a:ext cx="1920240" cy="320040"/>
          </a:xfrm>
          <a:prstGeom prst="rect">
            <a:avLst/>
          </a:prstGeom>
          <a:noFill/>
          <a:ln/>
        </p:spPr>
        <p:txBody>
          <a:bodyPr wrap="square" lIns="0" tIns="0" rIns="0" bIns="0" rtlCol="0" anchor="ctr"/>
          <a:lstStyle/>
          <a:p>
            <a:pPr algn="ctr" indent="0" marL="0">
              <a:buNone/>
            </a:pPr>
            <a:r>
              <a:rPr lang="en-US" sz="1500" b="1" dirty="0">
                <a:solidFill>
                  <a:srgbClr val="333333"/>
                </a:solidFill>
                <a:latin typeface="Calibri" pitchFamily="34" charset="0"/>
                <a:ea typeface="Calibri" pitchFamily="34" charset="-122"/>
                <a:cs typeface="Calibri" pitchFamily="34" charset="-120"/>
              </a:rPr>
              <a:t>Bootstrap 3</a:t>
            </a:r>
            <a:endParaRPr lang="en-US" sz="1500" dirty="0"/>
          </a:p>
        </p:txBody>
      </p:sp>
      <p:sp>
        <p:nvSpPr>
          <p:cNvPr id="18" name="Text 12"/>
          <p:cNvSpPr txBox="1"/>
          <p:nvPr/>
        </p:nvSpPr>
        <p:spPr>
          <a:xfrm>
            <a:off x="4663440" y="2468880"/>
            <a:ext cx="192024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Grid responsif</a:t>
            </a:r>
            <a:endParaRPr lang="en-US" sz="1100" dirty="0"/>
          </a:p>
        </p:txBody>
      </p:sp>
      <p:sp>
        <p:nvSpPr>
          <p:cNvPr id="19" name="Teknologi jQuery"/>
          <p:cNvSpPr/>
          <p:nvPr/>
        </p:nvSpPr>
        <p:spPr>
          <a:xfrm>
            <a:off x="6766560" y="1188720"/>
            <a:ext cx="192024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0" name="Shape 14"/>
          <p:cNvSpPr/>
          <p:nvPr/>
        </p:nvSpPr>
        <p:spPr>
          <a:xfrm>
            <a:off x="7360920" y="1371600"/>
            <a:ext cx="731520" cy="731520"/>
          </a:xfrm>
          <a:prstGeom prst="ellipse">
            <a:avLst/>
          </a:prstGeom>
          <a:solidFill>
            <a:srgbClr val="0868AC"/>
          </a:solidFill>
          <a:ln w="12700">
            <a:solidFill>
              <a:srgbClr val="0868AC"/>
            </a:solidFill>
            <a:prstDash val="solid"/>
          </a:ln>
        </p:spPr>
      </p:sp>
      <p:pic>
        <p:nvPicPr>
          <p:cNvPr id="21" name="Image 3" descr="preencoded.png">    </p:cNvPr>
          <p:cNvPicPr>
            <a:picLocks noChangeAspect="1"/>
          </p:cNvPicPr>
          <p:nvPr/>
        </p:nvPicPr>
        <p:blipFill>
          <a:blip r:embed="rId4"/>
          <a:stretch>
            <a:fillRect/>
          </a:stretch>
        </p:blipFill>
        <p:spPr>
          <a:xfrm>
            <a:off x="7543800" y="1554480"/>
            <a:ext cx="365760" cy="365760"/>
          </a:xfrm>
          <a:prstGeom prst="rect">
            <a:avLst/>
          </a:prstGeom>
        </p:spPr>
      </p:pic>
      <p:sp>
        <p:nvSpPr>
          <p:cNvPr id="22" name="Text 15"/>
          <p:cNvSpPr txBox="1"/>
          <p:nvPr/>
        </p:nvSpPr>
        <p:spPr>
          <a:xfrm>
            <a:off x="6766560" y="2148840"/>
            <a:ext cx="1920240" cy="320040"/>
          </a:xfrm>
          <a:prstGeom prst="rect">
            <a:avLst/>
          </a:prstGeom>
          <a:noFill/>
          <a:ln/>
        </p:spPr>
        <p:txBody>
          <a:bodyPr wrap="square" lIns="0" tIns="0" rIns="0" bIns="0" rtlCol="0" anchor="ctr"/>
          <a:lstStyle/>
          <a:p>
            <a:pPr algn="ctr" indent="0" marL="0">
              <a:buNone/>
            </a:pPr>
            <a:r>
              <a:rPr lang="en-US" sz="1500" b="1" dirty="0">
                <a:solidFill>
                  <a:srgbClr val="333333"/>
                </a:solidFill>
                <a:latin typeface="Calibri" pitchFamily="34" charset="0"/>
                <a:ea typeface="Calibri" pitchFamily="34" charset="-122"/>
                <a:cs typeface="Calibri" pitchFamily="34" charset="-120"/>
              </a:rPr>
              <a:t>jQuery</a:t>
            </a:r>
            <a:endParaRPr lang="en-US" sz="1500" dirty="0"/>
          </a:p>
        </p:txBody>
      </p:sp>
      <p:sp>
        <p:nvSpPr>
          <p:cNvPr id="23" name="Text 16"/>
          <p:cNvSpPr txBox="1"/>
          <p:nvPr/>
        </p:nvSpPr>
        <p:spPr>
          <a:xfrm>
            <a:off x="6766560" y="2468880"/>
            <a:ext cx="192024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Interaksi</a:t>
            </a:r>
            <a:endParaRPr lang="en-US" sz="1100" dirty="0"/>
          </a:p>
        </p:txBody>
      </p:sp>
      <p:sp>
        <p:nvSpPr>
          <p:cNvPr id="24" name="Teknologi FlexSlider"/>
          <p:cNvSpPr/>
          <p:nvPr/>
        </p:nvSpPr>
        <p:spPr>
          <a:xfrm>
            <a:off x="457200" y="3017520"/>
            <a:ext cx="192024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5" name="Shape 18"/>
          <p:cNvSpPr/>
          <p:nvPr/>
        </p:nvSpPr>
        <p:spPr>
          <a:xfrm>
            <a:off x="1051560" y="3200400"/>
            <a:ext cx="731520" cy="731520"/>
          </a:xfrm>
          <a:prstGeom prst="ellipse">
            <a:avLst/>
          </a:prstGeom>
          <a:solidFill>
            <a:srgbClr val="61B331"/>
          </a:solidFill>
          <a:ln w="12700">
            <a:solidFill>
              <a:srgbClr val="61B331"/>
            </a:solidFill>
            <a:prstDash val="solid"/>
          </a:ln>
        </p:spPr>
      </p:sp>
      <p:pic>
        <p:nvPicPr>
          <p:cNvPr id="26" name="Image 4" descr="preencoded.png">    </p:cNvPr>
          <p:cNvPicPr>
            <a:picLocks noChangeAspect="1"/>
          </p:cNvPicPr>
          <p:nvPr/>
        </p:nvPicPr>
        <p:blipFill>
          <a:blip r:embed="rId5"/>
          <a:stretch>
            <a:fillRect/>
          </a:stretch>
        </p:blipFill>
        <p:spPr>
          <a:xfrm>
            <a:off x="1234440" y="3383280"/>
            <a:ext cx="365760" cy="365760"/>
          </a:xfrm>
          <a:prstGeom prst="rect">
            <a:avLst/>
          </a:prstGeom>
        </p:spPr>
      </p:pic>
      <p:sp>
        <p:nvSpPr>
          <p:cNvPr id="27" name="Text 19"/>
          <p:cNvSpPr txBox="1"/>
          <p:nvPr/>
        </p:nvSpPr>
        <p:spPr>
          <a:xfrm>
            <a:off x="457200" y="3977640"/>
            <a:ext cx="1920240" cy="320040"/>
          </a:xfrm>
          <a:prstGeom prst="rect">
            <a:avLst/>
          </a:prstGeom>
          <a:noFill/>
          <a:ln/>
        </p:spPr>
        <p:txBody>
          <a:bodyPr wrap="square" lIns="0" tIns="0" rIns="0" bIns="0" rtlCol="0" anchor="ctr"/>
          <a:lstStyle/>
          <a:p>
            <a:pPr algn="ctr" indent="0" marL="0">
              <a:buNone/>
            </a:pPr>
            <a:r>
              <a:rPr lang="en-US" sz="1500" b="1" dirty="0">
                <a:solidFill>
                  <a:srgbClr val="333333"/>
                </a:solidFill>
                <a:latin typeface="Calibri" pitchFamily="34" charset="0"/>
                <a:ea typeface="Calibri" pitchFamily="34" charset="-122"/>
                <a:cs typeface="Calibri" pitchFamily="34" charset="-120"/>
              </a:rPr>
              <a:t>FlexSlider</a:t>
            </a:r>
            <a:endParaRPr lang="en-US" sz="1500" dirty="0"/>
          </a:p>
        </p:txBody>
      </p:sp>
      <p:sp>
        <p:nvSpPr>
          <p:cNvPr id="28" name="Text 20"/>
          <p:cNvSpPr txBox="1"/>
          <p:nvPr/>
        </p:nvSpPr>
        <p:spPr>
          <a:xfrm>
            <a:off x="457200" y="4297680"/>
            <a:ext cx="192024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Slider gambar</a:t>
            </a:r>
            <a:endParaRPr lang="en-US" sz="1100" dirty="0"/>
          </a:p>
        </p:txBody>
      </p:sp>
      <p:sp>
        <p:nvSpPr>
          <p:cNvPr id="29" name="Teknologi Fancybox"/>
          <p:cNvSpPr/>
          <p:nvPr/>
        </p:nvSpPr>
        <p:spPr>
          <a:xfrm>
            <a:off x="2560320" y="3017520"/>
            <a:ext cx="192024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0" name="Shape 22"/>
          <p:cNvSpPr/>
          <p:nvPr/>
        </p:nvSpPr>
        <p:spPr>
          <a:xfrm>
            <a:off x="3154680" y="3200400"/>
            <a:ext cx="731520" cy="731520"/>
          </a:xfrm>
          <a:prstGeom prst="ellipse">
            <a:avLst/>
          </a:prstGeom>
          <a:solidFill>
            <a:srgbClr val="D867B2"/>
          </a:solidFill>
          <a:ln w="12700">
            <a:solidFill>
              <a:srgbClr val="D867B2"/>
            </a:solidFill>
            <a:prstDash val="solid"/>
          </a:ln>
        </p:spPr>
      </p:sp>
      <p:pic>
        <p:nvPicPr>
          <p:cNvPr id="31" name="Image 5" descr="preencoded.png">    </p:cNvPr>
          <p:cNvPicPr>
            <a:picLocks noChangeAspect="1"/>
          </p:cNvPicPr>
          <p:nvPr/>
        </p:nvPicPr>
        <p:blipFill>
          <a:blip r:embed="rId6"/>
          <a:stretch>
            <a:fillRect/>
          </a:stretch>
        </p:blipFill>
        <p:spPr>
          <a:xfrm>
            <a:off x="3337560" y="3383280"/>
            <a:ext cx="365760" cy="365760"/>
          </a:xfrm>
          <a:prstGeom prst="rect">
            <a:avLst/>
          </a:prstGeom>
        </p:spPr>
      </p:pic>
      <p:sp>
        <p:nvSpPr>
          <p:cNvPr id="32" name="Text 23"/>
          <p:cNvSpPr txBox="1"/>
          <p:nvPr/>
        </p:nvSpPr>
        <p:spPr>
          <a:xfrm>
            <a:off x="2560320" y="3977640"/>
            <a:ext cx="1920240" cy="320040"/>
          </a:xfrm>
          <a:prstGeom prst="rect">
            <a:avLst/>
          </a:prstGeom>
          <a:noFill/>
          <a:ln/>
        </p:spPr>
        <p:txBody>
          <a:bodyPr wrap="square" lIns="0" tIns="0" rIns="0" bIns="0" rtlCol="0" anchor="ctr"/>
          <a:lstStyle/>
          <a:p>
            <a:pPr algn="ctr" indent="0" marL="0">
              <a:buNone/>
            </a:pPr>
            <a:r>
              <a:rPr lang="en-US" sz="1500" b="1" dirty="0">
                <a:solidFill>
                  <a:srgbClr val="333333"/>
                </a:solidFill>
                <a:latin typeface="Calibri" pitchFamily="34" charset="0"/>
                <a:ea typeface="Calibri" pitchFamily="34" charset="-122"/>
                <a:cs typeface="Calibri" pitchFamily="34" charset="-120"/>
              </a:rPr>
              <a:t>Fancybox</a:t>
            </a:r>
            <a:endParaRPr lang="en-US" sz="1500" dirty="0"/>
          </a:p>
        </p:txBody>
      </p:sp>
      <p:sp>
        <p:nvSpPr>
          <p:cNvPr id="33" name="Text 24"/>
          <p:cNvSpPr txBox="1"/>
          <p:nvPr/>
        </p:nvSpPr>
        <p:spPr>
          <a:xfrm>
            <a:off x="2560320" y="4297680"/>
            <a:ext cx="192024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Pop-up galeri</a:t>
            </a:r>
            <a:endParaRPr lang="en-US" sz="1100" dirty="0"/>
          </a:p>
        </p:txBody>
      </p:sp>
      <p:sp>
        <p:nvSpPr>
          <p:cNvPr id="34" name="Teknologi Font Awesome"/>
          <p:cNvSpPr/>
          <p:nvPr/>
        </p:nvSpPr>
        <p:spPr>
          <a:xfrm>
            <a:off x="4663440" y="3017520"/>
            <a:ext cx="192024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5" name="Shape 26"/>
          <p:cNvSpPr/>
          <p:nvPr/>
        </p:nvSpPr>
        <p:spPr>
          <a:xfrm>
            <a:off x="5257800" y="3200400"/>
            <a:ext cx="731520" cy="731520"/>
          </a:xfrm>
          <a:prstGeom prst="ellipse">
            <a:avLst/>
          </a:prstGeom>
          <a:solidFill>
            <a:srgbClr val="339AF0"/>
          </a:solidFill>
          <a:ln w="12700">
            <a:solidFill>
              <a:srgbClr val="339AF0"/>
            </a:solidFill>
            <a:prstDash val="solid"/>
          </a:ln>
        </p:spPr>
      </p:sp>
      <p:pic>
        <p:nvPicPr>
          <p:cNvPr id="36" name="Image 6" descr="preencoded.png">    </p:cNvPr>
          <p:cNvPicPr>
            <a:picLocks noChangeAspect="1"/>
          </p:cNvPicPr>
          <p:nvPr/>
        </p:nvPicPr>
        <p:blipFill>
          <a:blip r:embed="rId7"/>
          <a:stretch>
            <a:fillRect/>
          </a:stretch>
        </p:blipFill>
        <p:spPr>
          <a:xfrm>
            <a:off x="5440680" y="3383280"/>
            <a:ext cx="365760" cy="365760"/>
          </a:xfrm>
          <a:prstGeom prst="rect">
            <a:avLst/>
          </a:prstGeom>
        </p:spPr>
      </p:pic>
      <p:sp>
        <p:nvSpPr>
          <p:cNvPr id="37" name="Text 27"/>
          <p:cNvSpPr txBox="1"/>
          <p:nvPr/>
        </p:nvSpPr>
        <p:spPr>
          <a:xfrm>
            <a:off x="4663440" y="3977640"/>
            <a:ext cx="1920240" cy="320040"/>
          </a:xfrm>
          <a:prstGeom prst="rect">
            <a:avLst/>
          </a:prstGeom>
          <a:noFill/>
          <a:ln/>
        </p:spPr>
        <p:txBody>
          <a:bodyPr wrap="square" lIns="0" tIns="0" rIns="0" bIns="0" rtlCol="0" anchor="ctr"/>
          <a:lstStyle/>
          <a:p>
            <a:pPr algn="ctr" indent="0" marL="0">
              <a:buNone/>
            </a:pPr>
            <a:r>
              <a:rPr lang="en-US" sz="1500" b="1" dirty="0">
                <a:solidFill>
                  <a:srgbClr val="333333"/>
                </a:solidFill>
                <a:latin typeface="Calibri" pitchFamily="34" charset="0"/>
                <a:ea typeface="Calibri" pitchFamily="34" charset="-122"/>
                <a:cs typeface="Calibri" pitchFamily="34" charset="-120"/>
              </a:rPr>
              <a:t>Font Awesome</a:t>
            </a:r>
            <a:endParaRPr lang="en-US" sz="1500" dirty="0"/>
          </a:p>
        </p:txBody>
      </p:sp>
      <p:sp>
        <p:nvSpPr>
          <p:cNvPr id="38" name="Text 28"/>
          <p:cNvSpPr txBox="1"/>
          <p:nvPr/>
        </p:nvSpPr>
        <p:spPr>
          <a:xfrm>
            <a:off x="4663440" y="4297680"/>
            <a:ext cx="192024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Ikon</a:t>
            </a:r>
            <a:endParaRPr lang="en-US" sz="1100" dirty="0"/>
          </a:p>
        </p:txBody>
      </p:sp>
      <p:sp>
        <p:nvSpPr>
          <p:cNvPr id="39" name="Teknologi Git &amp; GitHub"/>
          <p:cNvSpPr/>
          <p:nvPr/>
        </p:nvSpPr>
        <p:spPr>
          <a:xfrm>
            <a:off x="6766560" y="3017520"/>
            <a:ext cx="192024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0" name="Shape 30"/>
          <p:cNvSpPr/>
          <p:nvPr/>
        </p:nvSpPr>
        <p:spPr>
          <a:xfrm>
            <a:off x="7360920" y="3200400"/>
            <a:ext cx="731520" cy="731520"/>
          </a:xfrm>
          <a:prstGeom prst="ellipse">
            <a:avLst/>
          </a:prstGeom>
          <a:solidFill>
            <a:srgbClr val="24292F"/>
          </a:solidFill>
          <a:ln w="12700">
            <a:solidFill>
              <a:srgbClr val="24292F"/>
            </a:solidFill>
            <a:prstDash val="solid"/>
          </a:ln>
        </p:spPr>
      </p:sp>
      <p:pic>
        <p:nvPicPr>
          <p:cNvPr id="41" name="Image 7" descr="preencoded.png">    </p:cNvPr>
          <p:cNvPicPr>
            <a:picLocks noChangeAspect="1"/>
          </p:cNvPicPr>
          <p:nvPr/>
        </p:nvPicPr>
        <p:blipFill>
          <a:blip r:embed="rId8"/>
          <a:stretch>
            <a:fillRect/>
          </a:stretch>
        </p:blipFill>
        <p:spPr>
          <a:xfrm>
            <a:off x="7543800" y="3383280"/>
            <a:ext cx="365760" cy="365760"/>
          </a:xfrm>
          <a:prstGeom prst="rect">
            <a:avLst/>
          </a:prstGeom>
        </p:spPr>
      </p:pic>
      <p:sp>
        <p:nvSpPr>
          <p:cNvPr id="42" name="Text 31"/>
          <p:cNvSpPr txBox="1"/>
          <p:nvPr/>
        </p:nvSpPr>
        <p:spPr>
          <a:xfrm>
            <a:off x="6766560" y="3977640"/>
            <a:ext cx="1920240" cy="320040"/>
          </a:xfrm>
          <a:prstGeom prst="rect">
            <a:avLst/>
          </a:prstGeom>
          <a:noFill/>
          <a:ln/>
        </p:spPr>
        <p:txBody>
          <a:bodyPr wrap="square" lIns="0" tIns="0" rIns="0" bIns="0" rtlCol="0" anchor="ctr"/>
          <a:lstStyle/>
          <a:p>
            <a:pPr algn="ctr" indent="0" marL="0">
              <a:buNone/>
            </a:pPr>
            <a:r>
              <a:rPr lang="en-US" sz="1500" b="1" dirty="0">
                <a:solidFill>
                  <a:srgbClr val="333333"/>
                </a:solidFill>
                <a:latin typeface="Calibri" pitchFamily="34" charset="0"/>
                <a:ea typeface="Calibri" pitchFamily="34" charset="-122"/>
                <a:cs typeface="Calibri" pitchFamily="34" charset="-120"/>
              </a:rPr>
              <a:t>Git &amp; GitHub</a:t>
            </a:r>
            <a:endParaRPr lang="en-US" sz="1500" dirty="0"/>
          </a:p>
        </p:txBody>
      </p:sp>
      <p:sp>
        <p:nvSpPr>
          <p:cNvPr id="43" name="Text 32"/>
          <p:cNvSpPr txBox="1"/>
          <p:nvPr/>
        </p:nvSpPr>
        <p:spPr>
          <a:xfrm>
            <a:off x="6766560" y="4297680"/>
            <a:ext cx="192024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Kolaborasi</a:t>
            </a:r>
            <a:endParaRPr lang="en-US" sz="1100" dirty="0"/>
          </a:p>
        </p:txBody>
      </p:sp>
      <p:sp>
        <p:nvSpPr>
          <p:cNvPr id="44"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457200" y="274320"/>
            <a:ext cx="41148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Timeline Pengerjaan</a:t>
            </a:r>
            <a:endParaRPr lang="en-US" sz="3000" dirty="0"/>
          </a:p>
        </p:txBody>
      </p:sp>
      <p:sp>
        <p:nvSpPr>
          <p:cNvPr id="4" name="Shape 1"/>
          <p:cNvSpPr/>
          <p:nvPr/>
        </p:nvSpPr>
        <p:spPr>
          <a:xfrm>
            <a:off x="4343400" y="475488"/>
            <a:ext cx="502920" cy="256032"/>
          </a:xfrm>
          <a:prstGeom prst="roundRect">
            <a:avLst>
              <a:gd name="adj" fmla="val 50000"/>
            </a:avLst>
          </a:prstGeom>
          <a:solidFill>
            <a:srgbClr val="0F7F6A"/>
          </a:solidFill>
          <a:ln w="12700">
            <a:solidFill>
              <a:srgbClr val="0F7F6A"/>
            </a:solidFill>
            <a:prstDash val="solid"/>
          </a:ln>
        </p:spPr>
      </p:sp>
      <p:sp>
        <p:nvSpPr>
          <p:cNvPr id="5" name="Text 2"/>
          <p:cNvSpPr txBox="1"/>
          <p:nvPr/>
        </p:nvSpPr>
        <p:spPr>
          <a:xfrm>
            <a:off x="4343400" y="475488"/>
            <a:ext cx="5029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Tim</a:t>
            </a:r>
            <a:endParaRPr lang="en-US" sz="900" dirty="0"/>
          </a:p>
        </p:txBody>
      </p:sp>
      <p:sp>
        <p:nvSpPr>
          <p:cNvPr id="6" name="Shape 3"/>
          <p:cNvSpPr/>
          <p:nvPr/>
        </p:nvSpPr>
        <p:spPr>
          <a:xfrm>
            <a:off x="4910328" y="475488"/>
            <a:ext cx="685800" cy="256032"/>
          </a:xfrm>
          <a:prstGeom prst="roundRect">
            <a:avLst>
              <a:gd name="adj" fmla="val 50000"/>
            </a:avLst>
          </a:prstGeom>
          <a:solidFill>
            <a:srgbClr val="14A085"/>
          </a:solidFill>
          <a:ln w="12700">
            <a:solidFill>
              <a:srgbClr val="14A085"/>
            </a:solidFill>
            <a:prstDash val="solid"/>
          </a:ln>
        </p:spPr>
      </p:sp>
      <p:sp>
        <p:nvSpPr>
          <p:cNvPr id="7" name="Text 4"/>
          <p:cNvSpPr txBox="1"/>
          <p:nvPr/>
        </p:nvSpPr>
        <p:spPr>
          <a:xfrm>
            <a:off x="4910328" y="475488"/>
            <a:ext cx="685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Coder 1</a:t>
            </a:r>
            <a:endParaRPr lang="en-US" sz="900" dirty="0"/>
          </a:p>
        </p:txBody>
      </p:sp>
      <p:sp>
        <p:nvSpPr>
          <p:cNvPr id="8" name="Shape 5"/>
          <p:cNvSpPr/>
          <p:nvPr/>
        </p:nvSpPr>
        <p:spPr>
          <a:xfrm>
            <a:off x="5660136" y="475488"/>
            <a:ext cx="685800" cy="256032"/>
          </a:xfrm>
          <a:prstGeom prst="roundRect">
            <a:avLst>
              <a:gd name="adj" fmla="val 50000"/>
            </a:avLst>
          </a:prstGeom>
          <a:solidFill>
            <a:srgbClr val="2FA4E7"/>
          </a:solidFill>
          <a:ln w="12700">
            <a:solidFill>
              <a:srgbClr val="2FA4E7"/>
            </a:solidFill>
            <a:prstDash val="solid"/>
          </a:ln>
        </p:spPr>
      </p:sp>
      <p:sp>
        <p:nvSpPr>
          <p:cNvPr id="9" name="Text 6"/>
          <p:cNvSpPr txBox="1"/>
          <p:nvPr/>
        </p:nvSpPr>
        <p:spPr>
          <a:xfrm>
            <a:off x="5660136" y="475488"/>
            <a:ext cx="6858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Coder 2</a:t>
            </a:r>
            <a:endParaRPr lang="en-US" sz="900" dirty="0"/>
          </a:p>
        </p:txBody>
      </p:sp>
      <p:sp>
        <p:nvSpPr>
          <p:cNvPr id="10" name="Shape 7"/>
          <p:cNvSpPr/>
          <p:nvPr/>
        </p:nvSpPr>
        <p:spPr>
          <a:xfrm>
            <a:off x="6409944" y="475488"/>
            <a:ext cx="731520" cy="256032"/>
          </a:xfrm>
          <a:prstGeom prst="roundRect">
            <a:avLst>
              <a:gd name="adj" fmla="val 50000"/>
            </a:avLst>
          </a:prstGeom>
          <a:solidFill>
            <a:srgbClr val="D867B2"/>
          </a:solidFill>
          <a:ln w="12700">
            <a:solidFill>
              <a:srgbClr val="D867B2"/>
            </a:solidFill>
            <a:prstDash val="solid"/>
          </a:ln>
        </p:spPr>
      </p:sp>
      <p:sp>
        <p:nvSpPr>
          <p:cNvPr id="11" name="Text 8"/>
          <p:cNvSpPr txBox="1"/>
          <p:nvPr/>
        </p:nvSpPr>
        <p:spPr>
          <a:xfrm>
            <a:off x="6409944" y="475488"/>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Reviewer</a:t>
            </a:r>
            <a:endParaRPr lang="en-US" sz="900" dirty="0"/>
          </a:p>
        </p:txBody>
      </p:sp>
      <p:sp>
        <p:nvSpPr>
          <p:cNvPr id="12" name="Shape 9"/>
          <p:cNvSpPr/>
          <p:nvPr/>
        </p:nvSpPr>
        <p:spPr>
          <a:xfrm>
            <a:off x="7205472" y="475488"/>
            <a:ext cx="914400" cy="256032"/>
          </a:xfrm>
          <a:prstGeom prst="roundRect">
            <a:avLst>
              <a:gd name="adj" fmla="val 50000"/>
            </a:avLst>
          </a:prstGeom>
          <a:solidFill>
            <a:srgbClr val="E9573F"/>
          </a:solidFill>
          <a:ln w="12700">
            <a:solidFill>
              <a:srgbClr val="E9573F"/>
            </a:solidFill>
            <a:prstDash val="solid"/>
          </a:ln>
        </p:spPr>
      </p:sp>
      <p:sp>
        <p:nvSpPr>
          <p:cNvPr id="13" name="Text 10"/>
          <p:cNvSpPr txBox="1"/>
          <p:nvPr/>
        </p:nvSpPr>
        <p:spPr>
          <a:xfrm>
            <a:off x="7205472" y="475488"/>
            <a:ext cx="91440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Dokumentator</a:t>
            </a:r>
            <a:endParaRPr lang="en-US" sz="900" dirty="0"/>
          </a:p>
        </p:txBody>
      </p:sp>
      <p:sp>
        <p:nvSpPr>
          <p:cNvPr id="14" name="Shape 11"/>
          <p:cNvSpPr/>
          <p:nvPr/>
        </p:nvSpPr>
        <p:spPr>
          <a:xfrm>
            <a:off x="548640" y="2743200"/>
            <a:ext cx="8046720" cy="0"/>
          </a:xfrm>
          <a:prstGeom prst="line">
            <a:avLst/>
          </a:prstGeom>
          <a:noFill/>
          <a:ln w="38100">
            <a:solidFill>
              <a:srgbClr val="6B6B6B"/>
            </a:solidFill>
            <a:prstDash val="solid"/>
            <a:tailEnd type="triangle"/>
          </a:ln>
        </p:spPr>
      </p:sp>
      <p:sp>
        <p:nvSpPr>
          <p:cNvPr id="15" name="Shape 12"/>
          <p:cNvSpPr/>
          <p:nvPr/>
        </p:nvSpPr>
        <p:spPr>
          <a:xfrm>
            <a:off x="914400" y="2331720"/>
            <a:ext cx="0" cy="182880"/>
          </a:xfrm>
          <a:prstGeom prst="line">
            <a:avLst/>
          </a:prstGeom>
          <a:noFill/>
          <a:ln w="25400">
            <a:solidFill>
              <a:srgbClr val="0F7F6A"/>
            </a:solidFill>
            <a:prstDash val="solid"/>
          </a:ln>
        </p:spPr>
      </p:sp>
      <p:sp>
        <p:nvSpPr>
          <p:cNvPr id="16" name="Tahap 1"/>
          <p:cNvSpPr/>
          <p:nvPr/>
        </p:nvSpPr>
        <p:spPr>
          <a:xfrm>
            <a:off x="365760" y="1051560"/>
            <a:ext cx="169164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457200" y="1051560"/>
            <a:ext cx="1508760" cy="64008"/>
          </a:xfrm>
          <a:prstGeom prst="rect">
            <a:avLst/>
          </a:prstGeom>
          <a:solidFill>
            <a:srgbClr val="0F7F6A"/>
          </a:solidFill>
          <a:ln w="12700">
            <a:solidFill>
              <a:srgbClr val="0F7F6A"/>
            </a:solidFill>
            <a:prstDash val="solid"/>
          </a:ln>
        </p:spPr>
      </p:sp>
      <p:sp>
        <p:nvSpPr>
          <p:cNvPr id="18" name="Text 15"/>
          <p:cNvSpPr txBox="1"/>
          <p:nvPr/>
        </p:nvSpPr>
        <p:spPr>
          <a:xfrm>
            <a:off x="475488" y="1161288"/>
            <a:ext cx="1472184" cy="457200"/>
          </a:xfrm>
          <a:prstGeom prst="rect">
            <a:avLst/>
          </a:prstGeom>
          <a:noFill/>
          <a:ln/>
        </p:spPr>
        <p:txBody>
          <a:bodyPr wrap="square" lIns="0" tIns="0" rIns="0" bIns="0" rtlCol="0" anchor="t"/>
          <a:lstStyle/>
          <a:p>
            <a:pPr indent="0" marL="0">
              <a:buNone/>
            </a:pPr>
            <a:r>
              <a:rPr lang="en-US" sz="1200" b="1" dirty="0">
                <a:solidFill>
                  <a:srgbClr val="0F7F6A"/>
                </a:solidFill>
                <a:latin typeface="Calibri" pitchFamily="34" charset="0"/>
                <a:ea typeface="Calibri" pitchFamily="34" charset="-122"/>
                <a:cs typeface="Calibri" pitchFamily="34" charset="-120"/>
              </a:rPr>
              <a:t>Analisis bisnis &amp; pembagian peran</a:t>
            </a:r>
            <a:endParaRPr lang="en-US" sz="1200" dirty="0"/>
          </a:p>
        </p:txBody>
      </p:sp>
      <p:sp>
        <p:nvSpPr>
          <p:cNvPr id="19" name="Text 16"/>
          <p:cNvSpPr txBox="1"/>
          <p:nvPr/>
        </p:nvSpPr>
        <p:spPr>
          <a:xfrm>
            <a:off x="475488" y="1636776"/>
            <a:ext cx="1472184"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Profil bisnis &amp; notulen oleh Dokumentator</a:t>
            </a:r>
            <a:endParaRPr lang="en-US" sz="1000" dirty="0"/>
          </a:p>
        </p:txBody>
      </p:sp>
      <p:sp>
        <p:nvSpPr>
          <p:cNvPr id="20" name="Shape 17"/>
          <p:cNvSpPr/>
          <p:nvPr/>
        </p:nvSpPr>
        <p:spPr>
          <a:xfrm>
            <a:off x="685800" y="2514600"/>
            <a:ext cx="457200" cy="457200"/>
          </a:xfrm>
          <a:prstGeom prst="ellipse">
            <a:avLst/>
          </a:prstGeom>
          <a:solidFill>
            <a:srgbClr val="0F7F6A"/>
          </a:solidFill>
          <a:ln w="25400">
            <a:solidFill>
              <a:srgbClr val="FFFFFF"/>
            </a:solidFill>
            <a:prstDash val="solid"/>
          </a:ln>
        </p:spPr>
      </p:sp>
      <p:sp>
        <p:nvSpPr>
          <p:cNvPr id="21" name="Text 18"/>
          <p:cNvSpPr txBox="1"/>
          <p:nvPr/>
        </p:nvSpPr>
        <p:spPr>
          <a:xfrm>
            <a:off x="685800" y="2514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2" name="Shape 19"/>
          <p:cNvSpPr/>
          <p:nvPr/>
        </p:nvSpPr>
        <p:spPr>
          <a:xfrm>
            <a:off x="1959468" y="2971800"/>
            <a:ext cx="0" cy="228600"/>
          </a:xfrm>
          <a:prstGeom prst="line">
            <a:avLst/>
          </a:prstGeom>
          <a:noFill/>
          <a:ln w="25400">
            <a:solidFill>
              <a:srgbClr val="0F7F6A"/>
            </a:solidFill>
            <a:prstDash val="solid"/>
          </a:ln>
        </p:spPr>
      </p:sp>
      <p:sp>
        <p:nvSpPr>
          <p:cNvPr id="23" name="Tahap 2"/>
          <p:cNvSpPr/>
          <p:nvPr/>
        </p:nvSpPr>
        <p:spPr>
          <a:xfrm>
            <a:off x="1113648" y="3200400"/>
            <a:ext cx="169164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1205088" y="3200400"/>
            <a:ext cx="1508760" cy="64008"/>
          </a:xfrm>
          <a:prstGeom prst="rect">
            <a:avLst/>
          </a:prstGeom>
          <a:solidFill>
            <a:srgbClr val="0F7F6A"/>
          </a:solidFill>
          <a:ln w="12700">
            <a:solidFill>
              <a:srgbClr val="0F7F6A"/>
            </a:solidFill>
            <a:prstDash val="solid"/>
          </a:ln>
        </p:spPr>
      </p:sp>
      <p:sp>
        <p:nvSpPr>
          <p:cNvPr id="25" name="Text 22"/>
          <p:cNvSpPr txBox="1"/>
          <p:nvPr/>
        </p:nvSpPr>
        <p:spPr>
          <a:xfrm>
            <a:off x="1223376" y="3310128"/>
            <a:ext cx="1472184" cy="457200"/>
          </a:xfrm>
          <a:prstGeom prst="rect">
            <a:avLst/>
          </a:prstGeom>
          <a:noFill/>
          <a:ln/>
        </p:spPr>
        <p:txBody>
          <a:bodyPr wrap="square" lIns="0" tIns="0" rIns="0" bIns="0" rtlCol="0" anchor="t"/>
          <a:lstStyle/>
          <a:p>
            <a:pPr indent="0" marL="0">
              <a:buNone/>
            </a:pPr>
            <a:r>
              <a:rPr lang="en-US" sz="1200" b="1" dirty="0">
                <a:solidFill>
                  <a:srgbClr val="0F7F6A"/>
                </a:solidFill>
                <a:latin typeface="Calibri" pitchFamily="34" charset="0"/>
                <a:ea typeface="Calibri" pitchFamily="34" charset="-122"/>
                <a:cs typeface="Calibri" pitchFamily="34" charset="-120"/>
              </a:rPr>
              <a:t>Setup repo, fork &amp; template</a:t>
            </a:r>
            <a:endParaRPr lang="en-US" sz="1200" dirty="0"/>
          </a:p>
        </p:txBody>
      </p:sp>
      <p:sp>
        <p:nvSpPr>
          <p:cNvPr id="26" name="Text 23"/>
          <p:cNvSpPr txBox="1"/>
          <p:nvPr/>
        </p:nvSpPr>
        <p:spPr>
          <a:xfrm>
            <a:off x="1223376" y="3785616"/>
            <a:ext cx="1472184"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chore/setup-template</a:t>
            </a:r>
            <a:endParaRPr lang="en-US" sz="1000" dirty="0"/>
          </a:p>
        </p:txBody>
      </p:sp>
      <p:sp>
        <p:nvSpPr>
          <p:cNvPr id="27" name="Shape 24"/>
          <p:cNvSpPr/>
          <p:nvPr/>
        </p:nvSpPr>
        <p:spPr>
          <a:xfrm>
            <a:off x="1730868" y="2514600"/>
            <a:ext cx="457200" cy="457200"/>
          </a:xfrm>
          <a:prstGeom prst="ellipse">
            <a:avLst/>
          </a:prstGeom>
          <a:solidFill>
            <a:srgbClr val="0F7F6A"/>
          </a:solidFill>
          <a:ln w="25400">
            <a:solidFill>
              <a:srgbClr val="FFFFFF"/>
            </a:solidFill>
            <a:prstDash val="solid"/>
          </a:ln>
        </p:spPr>
      </p:sp>
      <p:sp>
        <p:nvSpPr>
          <p:cNvPr id="28" name="Text 25"/>
          <p:cNvSpPr txBox="1"/>
          <p:nvPr/>
        </p:nvSpPr>
        <p:spPr>
          <a:xfrm>
            <a:off x="1730868" y="2514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9" name="Shape 26"/>
          <p:cNvSpPr/>
          <p:nvPr/>
        </p:nvSpPr>
        <p:spPr>
          <a:xfrm>
            <a:off x="3004536" y="2331720"/>
            <a:ext cx="0" cy="182880"/>
          </a:xfrm>
          <a:prstGeom prst="line">
            <a:avLst/>
          </a:prstGeom>
          <a:noFill/>
          <a:ln w="25400">
            <a:solidFill>
              <a:srgbClr val="2FA4E7"/>
            </a:solidFill>
            <a:prstDash val="solid"/>
          </a:ln>
        </p:spPr>
      </p:sp>
      <p:sp>
        <p:nvSpPr>
          <p:cNvPr id="30" name="Tahap 3"/>
          <p:cNvSpPr/>
          <p:nvPr/>
        </p:nvSpPr>
        <p:spPr>
          <a:xfrm>
            <a:off x="2158716" y="1051560"/>
            <a:ext cx="169164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1" name="Shape 28"/>
          <p:cNvSpPr/>
          <p:nvPr/>
        </p:nvSpPr>
        <p:spPr>
          <a:xfrm>
            <a:off x="2250156" y="1051560"/>
            <a:ext cx="1508760" cy="64008"/>
          </a:xfrm>
          <a:prstGeom prst="rect">
            <a:avLst/>
          </a:prstGeom>
          <a:solidFill>
            <a:srgbClr val="2FA4E7"/>
          </a:solidFill>
          <a:ln w="12700">
            <a:solidFill>
              <a:srgbClr val="2FA4E7"/>
            </a:solidFill>
            <a:prstDash val="solid"/>
          </a:ln>
        </p:spPr>
      </p:sp>
      <p:sp>
        <p:nvSpPr>
          <p:cNvPr id="32" name="Text 29"/>
          <p:cNvSpPr txBox="1"/>
          <p:nvPr/>
        </p:nvSpPr>
        <p:spPr>
          <a:xfrm>
            <a:off x="2268444" y="1161288"/>
            <a:ext cx="1472184" cy="457200"/>
          </a:xfrm>
          <a:prstGeom prst="rect">
            <a:avLst/>
          </a:prstGeom>
          <a:noFill/>
          <a:ln/>
        </p:spPr>
        <p:txBody>
          <a:bodyPr wrap="square" lIns="0" tIns="0" rIns="0" bIns="0" rtlCol="0" anchor="t"/>
          <a:lstStyle/>
          <a:p>
            <a:pPr indent="0" marL="0">
              <a:buNone/>
            </a:pPr>
            <a:r>
              <a:rPr lang="en-US" sz="1200" b="1" dirty="0">
                <a:solidFill>
                  <a:srgbClr val="2FA4E7"/>
                </a:solidFill>
                <a:latin typeface="Calibri" pitchFamily="34" charset="0"/>
                <a:ea typeface="Calibri" pitchFamily="34" charset="-122"/>
                <a:cs typeface="Calibri" pitchFamily="34" charset="-120"/>
              </a:rPr>
              <a:t>Navbar, footer &amp; CSS</a:t>
            </a:r>
            <a:endParaRPr lang="en-US" sz="1200" dirty="0"/>
          </a:p>
        </p:txBody>
      </p:sp>
      <p:sp>
        <p:nvSpPr>
          <p:cNvPr id="33" name="Text 30"/>
          <p:cNvSpPr txBox="1"/>
          <p:nvPr/>
        </p:nvSpPr>
        <p:spPr>
          <a:xfrm>
            <a:off x="2268444" y="1636776"/>
            <a:ext cx="1472184"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feature/navbar-footer</a:t>
            </a:r>
            <a:endParaRPr lang="en-US" sz="1000" dirty="0"/>
          </a:p>
        </p:txBody>
      </p:sp>
      <p:sp>
        <p:nvSpPr>
          <p:cNvPr id="34" name="Shape 31"/>
          <p:cNvSpPr/>
          <p:nvPr/>
        </p:nvSpPr>
        <p:spPr>
          <a:xfrm>
            <a:off x="2775936" y="2514600"/>
            <a:ext cx="457200" cy="457200"/>
          </a:xfrm>
          <a:prstGeom prst="ellipse">
            <a:avLst/>
          </a:prstGeom>
          <a:solidFill>
            <a:srgbClr val="2FA4E7"/>
          </a:solidFill>
          <a:ln w="25400">
            <a:solidFill>
              <a:srgbClr val="FFFFFF"/>
            </a:solidFill>
            <a:prstDash val="solid"/>
          </a:ln>
        </p:spPr>
      </p:sp>
      <p:sp>
        <p:nvSpPr>
          <p:cNvPr id="35" name="Text 32"/>
          <p:cNvSpPr txBox="1"/>
          <p:nvPr/>
        </p:nvSpPr>
        <p:spPr>
          <a:xfrm>
            <a:off x="2775936" y="2514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6" name="Shape 33"/>
          <p:cNvSpPr/>
          <p:nvPr/>
        </p:nvSpPr>
        <p:spPr>
          <a:xfrm>
            <a:off x="4049603" y="2971800"/>
            <a:ext cx="0" cy="228600"/>
          </a:xfrm>
          <a:prstGeom prst="line">
            <a:avLst/>
          </a:prstGeom>
          <a:noFill/>
          <a:ln w="25400">
            <a:solidFill>
              <a:srgbClr val="14A085"/>
            </a:solidFill>
            <a:prstDash val="solid"/>
          </a:ln>
        </p:spPr>
      </p:sp>
      <p:sp>
        <p:nvSpPr>
          <p:cNvPr id="37" name="Tahap 4"/>
          <p:cNvSpPr/>
          <p:nvPr/>
        </p:nvSpPr>
        <p:spPr>
          <a:xfrm>
            <a:off x="3203783" y="3200400"/>
            <a:ext cx="169164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8" name="Shape 35"/>
          <p:cNvSpPr/>
          <p:nvPr/>
        </p:nvSpPr>
        <p:spPr>
          <a:xfrm>
            <a:off x="3295223" y="3200400"/>
            <a:ext cx="1508760" cy="64008"/>
          </a:xfrm>
          <a:prstGeom prst="rect">
            <a:avLst/>
          </a:prstGeom>
          <a:solidFill>
            <a:srgbClr val="14A085"/>
          </a:solidFill>
          <a:ln w="12700">
            <a:solidFill>
              <a:srgbClr val="14A085"/>
            </a:solidFill>
            <a:prstDash val="solid"/>
          </a:ln>
        </p:spPr>
      </p:sp>
      <p:sp>
        <p:nvSpPr>
          <p:cNvPr id="39" name="Text 36"/>
          <p:cNvSpPr txBox="1"/>
          <p:nvPr/>
        </p:nvSpPr>
        <p:spPr>
          <a:xfrm>
            <a:off x="3313511" y="3310128"/>
            <a:ext cx="1472184" cy="457200"/>
          </a:xfrm>
          <a:prstGeom prst="rect">
            <a:avLst/>
          </a:prstGeom>
          <a:noFill/>
          <a:ln/>
        </p:spPr>
        <p:txBody>
          <a:bodyPr wrap="square" lIns="0" tIns="0" rIns="0" bIns="0" rtlCol="0" anchor="t"/>
          <a:lstStyle/>
          <a:p>
            <a:pPr indent="0" marL="0">
              <a:buNone/>
            </a:pPr>
            <a:r>
              <a:rPr lang="en-US" sz="1200" b="1" dirty="0">
                <a:solidFill>
                  <a:srgbClr val="14A085"/>
                </a:solidFill>
                <a:latin typeface="Calibri" pitchFamily="34" charset="0"/>
                <a:ea typeface="Calibri" pitchFamily="34" charset="-122"/>
                <a:cs typeface="Calibri" pitchFamily="34" charset="-120"/>
              </a:rPr>
              <a:t>Halaman paralel</a:t>
            </a:r>
            <a:endParaRPr lang="en-US" sz="1200" dirty="0"/>
          </a:p>
        </p:txBody>
      </p:sp>
      <p:sp>
        <p:nvSpPr>
          <p:cNvPr id="40" name="Text 37"/>
          <p:cNvSpPr txBox="1"/>
          <p:nvPr/>
        </p:nvSpPr>
        <p:spPr>
          <a:xfrm>
            <a:off x="3313511" y="3785616"/>
            <a:ext cx="1472184"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C1: homepage, about, courses, gallery, pricing</a:t>
            </a:r>
            <a:endParaRPr lang="en-US" sz="1000" dirty="0"/>
          </a:p>
          <a:p>
            <a:pPr indent="0" marL="0">
              <a:buNone/>
            </a:pPr>
            <a:r>
              <a:rPr lang="en-US" sz="1000" dirty="0">
                <a:solidFill>
                  <a:srgbClr val="6B6B6B"/>
                </a:solidFill>
                <a:latin typeface="Calibri" pitchFamily="34" charset="0"/>
                <a:ea typeface="Calibri" pitchFamily="34" charset="-122"/>
                <a:cs typeface="Calibri" pitchFamily="34" charset="-120"/>
              </a:rPr>
              <a:t>C2: contact, posts, news</a:t>
            </a:r>
            <a:endParaRPr lang="en-US" sz="1000" dirty="0"/>
          </a:p>
        </p:txBody>
      </p:sp>
      <p:sp>
        <p:nvSpPr>
          <p:cNvPr id="41" name="Shape 38"/>
          <p:cNvSpPr/>
          <p:nvPr/>
        </p:nvSpPr>
        <p:spPr>
          <a:xfrm>
            <a:off x="3821003" y="2514600"/>
            <a:ext cx="457200" cy="457200"/>
          </a:xfrm>
          <a:prstGeom prst="ellipse">
            <a:avLst/>
          </a:prstGeom>
          <a:solidFill>
            <a:srgbClr val="14A085"/>
          </a:solidFill>
          <a:ln w="25400">
            <a:solidFill>
              <a:srgbClr val="FFFFFF"/>
            </a:solidFill>
            <a:prstDash val="solid"/>
          </a:ln>
        </p:spPr>
      </p:sp>
      <p:sp>
        <p:nvSpPr>
          <p:cNvPr id="42" name="Text 39"/>
          <p:cNvSpPr txBox="1"/>
          <p:nvPr/>
        </p:nvSpPr>
        <p:spPr>
          <a:xfrm>
            <a:off x="3821003" y="2514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3" name="Shape 40"/>
          <p:cNvSpPr/>
          <p:nvPr/>
        </p:nvSpPr>
        <p:spPr>
          <a:xfrm>
            <a:off x="4159331" y="2441448"/>
            <a:ext cx="219456" cy="219456"/>
          </a:xfrm>
          <a:prstGeom prst="ellipse">
            <a:avLst/>
          </a:prstGeom>
          <a:solidFill>
            <a:srgbClr val="2FA4E7"/>
          </a:solidFill>
          <a:ln w="19050">
            <a:solidFill>
              <a:srgbClr val="FFFFFF"/>
            </a:solidFill>
            <a:prstDash val="solid"/>
          </a:ln>
        </p:spPr>
      </p:sp>
      <p:sp>
        <p:nvSpPr>
          <p:cNvPr id="44" name="Shape 41"/>
          <p:cNvSpPr/>
          <p:nvPr/>
        </p:nvSpPr>
        <p:spPr>
          <a:xfrm>
            <a:off x="5094671" y="2331720"/>
            <a:ext cx="0" cy="182880"/>
          </a:xfrm>
          <a:prstGeom prst="line">
            <a:avLst/>
          </a:prstGeom>
          <a:noFill/>
          <a:ln w="25400">
            <a:solidFill>
              <a:srgbClr val="D867B2"/>
            </a:solidFill>
            <a:prstDash val="solid"/>
          </a:ln>
        </p:spPr>
      </p:sp>
      <p:sp>
        <p:nvSpPr>
          <p:cNvPr id="45" name="Tahap 5"/>
          <p:cNvSpPr/>
          <p:nvPr/>
        </p:nvSpPr>
        <p:spPr>
          <a:xfrm>
            <a:off x="4248851" y="1051560"/>
            <a:ext cx="169164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6" name="Shape 43"/>
          <p:cNvSpPr/>
          <p:nvPr/>
        </p:nvSpPr>
        <p:spPr>
          <a:xfrm>
            <a:off x="4340291" y="1051560"/>
            <a:ext cx="1508760" cy="64008"/>
          </a:xfrm>
          <a:prstGeom prst="rect">
            <a:avLst/>
          </a:prstGeom>
          <a:solidFill>
            <a:srgbClr val="D867B2"/>
          </a:solidFill>
          <a:ln w="12700">
            <a:solidFill>
              <a:srgbClr val="D867B2"/>
            </a:solidFill>
            <a:prstDash val="solid"/>
          </a:ln>
        </p:spPr>
      </p:sp>
      <p:sp>
        <p:nvSpPr>
          <p:cNvPr id="47" name="Text 44"/>
          <p:cNvSpPr txBox="1"/>
          <p:nvPr/>
        </p:nvSpPr>
        <p:spPr>
          <a:xfrm>
            <a:off x="4358579" y="1161288"/>
            <a:ext cx="1472184" cy="457200"/>
          </a:xfrm>
          <a:prstGeom prst="rect">
            <a:avLst/>
          </a:prstGeom>
          <a:noFill/>
          <a:ln/>
        </p:spPr>
        <p:txBody>
          <a:bodyPr wrap="square" lIns="0" tIns="0" rIns="0" bIns="0" rtlCol="0" anchor="t"/>
          <a:lstStyle/>
          <a:p>
            <a:pPr indent="0" marL="0">
              <a:buNone/>
            </a:pPr>
            <a:r>
              <a:rPr lang="en-US" sz="1200" b="1" dirty="0">
                <a:solidFill>
                  <a:srgbClr val="D867B2"/>
                </a:solidFill>
                <a:latin typeface="Calibri" pitchFamily="34" charset="0"/>
                <a:ea typeface="Calibri" pitchFamily="34" charset="-122"/>
                <a:cs typeface="Calibri" pitchFamily="34" charset="-120"/>
              </a:rPr>
              <a:t>Code review &amp; perbaikan</a:t>
            </a:r>
            <a:endParaRPr lang="en-US" sz="1200" dirty="0"/>
          </a:p>
        </p:txBody>
      </p:sp>
      <p:sp>
        <p:nvSpPr>
          <p:cNvPr id="48" name="Text 45"/>
          <p:cNvSpPr txBox="1"/>
          <p:nvPr/>
        </p:nvSpPr>
        <p:spPr>
          <a:xfrm>
            <a:off x="4358579" y="1636776"/>
            <a:ext cx="1472184"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Komentar, revisi, ulangi</a:t>
            </a:r>
            <a:endParaRPr lang="en-US" sz="1000" dirty="0"/>
          </a:p>
        </p:txBody>
      </p:sp>
      <p:sp>
        <p:nvSpPr>
          <p:cNvPr id="49" name="Shape 46"/>
          <p:cNvSpPr/>
          <p:nvPr/>
        </p:nvSpPr>
        <p:spPr>
          <a:xfrm>
            <a:off x="4866071" y="2514600"/>
            <a:ext cx="457200" cy="457200"/>
          </a:xfrm>
          <a:prstGeom prst="ellipse">
            <a:avLst/>
          </a:prstGeom>
          <a:solidFill>
            <a:srgbClr val="D867B2"/>
          </a:solidFill>
          <a:ln w="25400">
            <a:solidFill>
              <a:srgbClr val="FFFFFF"/>
            </a:solidFill>
            <a:prstDash val="solid"/>
          </a:ln>
        </p:spPr>
      </p:sp>
      <p:sp>
        <p:nvSpPr>
          <p:cNvPr id="50" name="Text 47"/>
          <p:cNvSpPr txBox="1"/>
          <p:nvPr/>
        </p:nvSpPr>
        <p:spPr>
          <a:xfrm>
            <a:off x="4866071" y="2514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51" name="Shape 48"/>
          <p:cNvSpPr/>
          <p:nvPr/>
        </p:nvSpPr>
        <p:spPr>
          <a:xfrm>
            <a:off x="6139739" y="2971800"/>
            <a:ext cx="0" cy="228600"/>
          </a:xfrm>
          <a:prstGeom prst="line">
            <a:avLst/>
          </a:prstGeom>
          <a:noFill/>
          <a:ln w="25400">
            <a:solidFill>
              <a:srgbClr val="D867B2"/>
            </a:solidFill>
            <a:prstDash val="solid"/>
          </a:ln>
        </p:spPr>
      </p:sp>
      <p:sp>
        <p:nvSpPr>
          <p:cNvPr id="52" name="Tahap 6"/>
          <p:cNvSpPr/>
          <p:nvPr/>
        </p:nvSpPr>
        <p:spPr>
          <a:xfrm>
            <a:off x="5293919" y="3200400"/>
            <a:ext cx="169164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3" name="Shape 50"/>
          <p:cNvSpPr/>
          <p:nvPr/>
        </p:nvSpPr>
        <p:spPr>
          <a:xfrm>
            <a:off x="5385359" y="3200400"/>
            <a:ext cx="1508760" cy="64008"/>
          </a:xfrm>
          <a:prstGeom prst="rect">
            <a:avLst/>
          </a:prstGeom>
          <a:solidFill>
            <a:srgbClr val="D867B2"/>
          </a:solidFill>
          <a:ln w="12700">
            <a:solidFill>
              <a:srgbClr val="D867B2"/>
            </a:solidFill>
            <a:prstDash val="solid"/>
          </a:ln>
        </p:spPr>
      </p:sp>
      <p:sp>
        <p:nvSpPr>
          <p:cNvPr id="54" name="Text 51"/>
          <p:cNvSpPr txBox="1"/>
          <p:nvPr/>
        </p:nvSpPr>
        <p:spPr>
          <a:xfrm>
            <a:off x="5403647" y="3310128"/>
            <a:ext cx="1472184" cy="457200"/>
          </a:xfrm>
          <a:prstGeom prst="rect">
            <a:avLst/>
          </a:prstGeom>
          <a:noFill/>
          <a:ln/>
        </p:spPr>
        <p:txBody>
          <a:bodyPr wrap="square" lIns="0" tIns="0" rIns="0" bIns="0" rtlCol="0" anchor="t"/>
          <a:lstStyle/>
          <a:p>
            <a:pPr indent="0" marL="0">
              <a:buNone/>
            </a:pPr>
            <a:r>
              <a:rPr lang="en-US" sz="1200" b="1" dirty="0">
                <a:solidFill>
                  <a:srgbClr val="D867B2"/>
                </a:solidFill>
                <a:latin typeface="Calibri" pitchFamily="34" charset="0"/>
                <a:ea typeface="Calibri" pitchFamily="34" charset="-122"/>
                <a:cs typeface="Calibri" pitchFamily="34" charset="-120"/>
              </a:rPr>
              <a:t>Approve &amp; merge ke main</a:t>
            </a:r>
            <a:endParaRPr lang="en-US" sz="1200" dirty="0"/>
          </a:p>
        </p:txBody>
      </p:sp>
      <p:sp>
        <p:nvSpPr>
          <p:cNvPr id="55" name="Text 52"/>
          <p:cNvSpPr txBox="1"/>
          <p:nvPr/>
        </p:nvSpPr>
        <p:spPr>
          <a:xfrm>
            <a:off x="5403647" y="3785616"/>
            <a:ext cx="1472184"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Setelah semua poin beres</a:t>
            </a:r>
            <a:endParaRPr lang="en-US" sz="1000" dirty="0"/>
          </a:p>
        </p:txBody>
      </p:sp>
      <p:sp>
        <p:nvSpPr>
          <p:cNvPr id="56" name="Shape 53"/>
          <p:cNvSpPr/>
          <p:nvPr/>
        </p:nvSpPr>
        <p:spPr>
          <a:xfrm>
            <a:off x="5911139" y="2514600"/>
            <a:ext cx="457200" cy="457200"/>
          </a:xfrm>
          <a:prstGeom prst="ellipse">
            <a:avLst/>
          </a:prstGeom>
          <a:solidFill>
            <a:srgbClr val="D867B2"/>
          </a:solidFill>
          <a:ln w="25400">
            <a:solidFill>
              <a:srgbClr val="FFFFFF"/>
            </a:solidFill>
            <a:prstDash val="solid"/>
          </a:ln>
        </p:spPr>
      </p:sp>
      <p:sp>
        <p:nvSpPr>
          <p:cNvPr id="57" name="Text 54"/>
          <p:cNvSpPr txBox="1"/>
          <p:nvPr/>
        </p:nvSpPr>
        <p:spPr>
          <a:xfrm>
            <a:off x="5911139" y="2514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58" name="Shape 55"/>
          <p:cNvSpPr/>
          <p:nvPr/>
        </p:nvSpPr>
        <p:spPr>
          <a:xfrm>
            <a:off x="7184807" y="2331720"/>
            <a:ext cx="0" cy="182880"/>
          </a:xfrm>
          <a:prstGeom prst="line">
            <a:avLst/>
          </a:prstGeom>
          <a:noFill/>
          <a:ln w="25400">
            <a:solidFill>
              <a:srgbClr val="E9573F"/>
            </a:solidFill>
            <a:prstDash val="solid"/>
          </a:ln>
        </p:spPr>
      </p:sp>
      <p:sp>
        <p:nvSpPr>
          <p:cNvPr id="59" name="Tahap 7"/>
          <p:cNvSpPr/>
          <p:nvPr/>
        </p:nvSpPr>
        <p:spPr>
          <a:xfrm>
            <a:off x="6338987" y="1051560"/>
            <a:ext cx="169164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0" name="Shape 57"/>
          <p:cNvSpPr/>
          <p:nvPr/>
        </p:nvSpPr>
        <p:spPr>
          <a:xfrm>
            <a:off x="6430427" y="1051560"/>
            <a:ext cx="1508760" cy="64008"/>
          </a:xfrm>
          <a:prstGeom prst="rect">
            <a:avLst/>
          </a:prstGeom>
          <a:solidFill>
            <a:srgbClr val="E9573F"/>
          </a:solidFill>
          <a:ln w="12700">
            <a:solidFill>
              <a:srgbClr val="E9573F"/>
            </a:solidFill>
            <a:prstDash val="solid"/>
          </a:ln>
        </p:spPr>
      </p:sp>
      <p:sp>
        <p:nvSpPr>
          <p:cNvPr id="61" name="Text 58"/>
          <p:cNvSpPr txBox="1"/>
          <p:nvPr/>
        </p:nvSpPr>
        <p:spPr>
          <a:xfrm>
            <a:off x="6448715" y="1161288"/>
            <a:ext cx="1472184" cy="457200"/>
          </a:xfrm>
          <a:prstGeom prst="rect">
            <a:avLst/>
          </a:prstGeom>
          <a:noFill/>
          <a:ln/>
        </p:spPr>
        <p:txBody>
          <a:bodyPr wrap="square" lIns="0" tIns="0" rIns="0" bIns="0" rtlCol="0" anchor="t"/>
          <a:lstStyle/>
          <a:p>
            <a:pPr indent="0" marL="0">
              <a:buNone/>
            </a:pPr>
            <a:r>
              <a:rPr lang="en-US" sz="1200" b="1" dirty="0">
                <a:solidFill>
                  <a:srgbClr val="E9573F"/>
                </a:solidFill>
                <a:latin typeface="Calibri" pitchFamily="34" charset="0"/>
                <a:ea typeface="Calibri" pitchFamily="34" charset="-122"/>
                <a:cs typeface="Calibri" pitchFamily="34" charset="-120"/>
              </a:rPr>
              <a:t>README &amp; presentasi</a:t>
            </a:r>
            <a:endParaRPr lang="en-US" sz="1200" dirty="0"/>
          </a:p>
        </p:txBody>
      </p:sp>
      <p:sp>
        <p:nvSpPr>
          <p:cNvPr id="62" name="Text 59"/>
          <p:cNvSpPr txBox="1"/>
          <p:nvPr/>
        </p:nvSpPr>
        <p:spPr>
          <a:xfrm>
            <a:off x="6448715" y="1636776"/>
            <a:ext cx="1472184"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docs/readme</a:t>
            </a:r>
            <a:endParaRPr lang="en-US" sz="1000" dirty="0"/>
          </a:p>
        </p:txBody>
      </p:sp>
      <p:sp>
        <p:nvSpPr>
          <p:cNvPr id="63" name="Shape 60"/>
          <p:cNvSpPr/>
          <p:nvPr/>
        </p:nvSpPr>
        <p:spPr>
          <a:xfrm>
            <a:off x="6956207" y="2514600"/>
            <a:ext cx="457200" cy="457200"/>
          </a:xfrm>
          <a:prstGeom prst="ellipse">
            <a:avLst/>
          </a:prstGeom>
          <a:solidFill>
            <a:srgbClr val="E9573F"/>
          </a:solidFill>
          <a:ln w="25400">
            <a:solidFill>
              <a:srgbClr val="FFFFFF"/>
            </a:solidFill>
            <a:prstDash val="solid"/>
          </a:ln>
        </p:spPr>
      </p:sp>
      <p:sp>
        <p:nvSpPr>
          <p:cNvPr id="64" name="Text 61"/>
          <p:cNvSpPr txBox="1"/>
          <p:nvPr/>
        </p:nvSpPr>
        <p:spPr>
          <a:xfrm>
            <a:off x="6956207" y="2514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65" name="Shape 62"/>
          <p:cNvSpPr/>
          <p:nvPr/>
        </p:nvSpPr>
        <p:spPr>
          <a:xfrm>
            <a:off x="8229874" y="2971800"/>
            <a:ext cx="0" cy="228600"/>
          </a:xfrm>
          <a:prstGeom prst="line">
            <a:avLst/>
          </a:prstGeom>
          <a:noFill/>
          <a:ln w="25400">
            <a:solidFill>
              <a:srgbClr val="E9573F"/>
            </a:solidFill>
            <a:prstDash val="solid"/>
          </a:ln>
        </p:spPr>
      </p:sp>
      <p:sp>
        <p:nvSpPr>
          <p:cNvPr id="66" name="Tahap 8"/>
          <p:cNvSpPr/>
          <p:nvPr/>
        </p:nvSpPr>
        <p:spPr>
          <a:xfrm>
            <a:off x="7086600" y="3200400"/>
            <a:ext cx="1691640" cy="1280160"/>
          </a:xfrm>
          <a:prstGeom prst="roundRect">
            <a:avLst>
              <a:gd name="adj" fmla="val 8571"/>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67" name="Shape 64"/>
          <p:cNvSpPr/>
          <p:nvPr/>
        </p:nvSpPr>
        <p:spPr>
          <a:xfrm>
            <a:off x="7178040" y="3200400"/>
            <a:ext cx="1508760" cy="64008"/>
          </a:xfrm>
          <a:prstGeom prst="rect">
            <a:avLst/>
          </a:prstGeom>
          <a:solidFill>
            <a:srgbClr val="E9573F"/>
          </a:solidFill>
          <a:ln w="12700">
            <a:solidFill>
              <a:srgbClr val="E9573F"/>
            </a:solidFill>
            <a:prstDash val="solid"/>
          </a:ln>
        </p:spPr>
      </p:sp>
      <p:sp>
        <p:nvSpPr>
          <p:cNvPr id="68" name="Text 65"/>
          <p:cNvSpPr txBox="1"/>
          <p:nvPr/>
        </p:nvSpPr>
        <p:spPr>
          <a:xfrm>
            <a:off x="7196328" y="3310128"/>
            <a:ext cx="1472184" cy="457200"/>
          </a:xfrm>
          <a:prstGeom prst="rect">
            <a:avLst/>
          </a:prstGeom>
          <a:noFill/>
          <a:ln/>
        </p:spPr>
        <p:txBody>
          <a:bodyPr wrap="square" lIns="0" tIns="0" rIns="0" bIns="0" rtlCol="0" anchor="t"/>
          <a:lstStyle/>
          <a:p>
            <a:pPr indent="0" marL="0">
              <a:buNone/>
            </a:pPr>
            <a:r>
              <a:rPr lang="en-US" sz="1200" b="1" dirty="0">
                <a:solidFill>
                  <a:srgbClr val="E9573F"/>
                </a:solidFill>
                <a:latin typeface="Calibri" pitchFamily="34" charset="0"/>
                <a:ea typeface="Calibri" pitchFamily="34" charset="-122"/>
                <a:cs typeface="Calibri" pitchFamily="34" charset="-120"/>
              </a:rPr>
              <a:t>Review log &amp; presentasi akhir</a:t>
            </a:r>
            <a:endParaRPr lang="en-US" sz="1200" dirty="0"/>
          </a:p>
        </p:txBody>
      </p:sp>
      <p:sp>
        <p:nvSpPr>
          <p:cNvPr id="69" name="Text 66"/>
          <p:cNvSpPr txBox="1"/>
          <p:nvPr/>
        </p:nvSpPr>
        <p:spPr>
          <a:xfrm>
            <a:off x="7196328" y="3785616"/>
            <a:ext cx="1472184" cy="64008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review/review.md</a:t>
            </a:r>
            <a:endParaRPr lang="en-US" sz="1000" dirty="0"/>
          </a:p>
        </p:txBody>
      </p:sp>
      <p:sp>
        <p:nvSpPr>
          <p:cNvPr id="70" name="Shape 67"/>
          <p:cNvSpPr/>
          <p:nvPr/>
        </p:nvSpPr>
        <p:spPr>
          <a:xfrm>
            <a:off x="8001274" y="2514600"/>
            <a:ext cx="457200" cy="457200"/>
          </a:xfrm>
          <a:prstGeom prst="ellipse">
            <a:avLst/>
          </a:prstGeom>
          <a:solidFill>
            <a:srgbClr val="E9573F"/>
          </a:solidFill>
          <a:ln w="25400">
            <a:solidFill>
              <a:srgbClr val="FFFFFF"/>
            </a:solidFill>
            <a:prstDash val="solid"/>
          </a:ln>
        </p:spPr>
      </p:sp>
      <p:sp>
        <p:nvSpPr>
          <p:cNvPr id="71" name="Text 68"/>
          <p:cNvSpPr txBox="1"/>
          <p:nvPr/>
        </p:nvSpPr>
        <p:spPr>
          <a:xfrm>
            <a:off x="8001274" y="25146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7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Alur Kerja GitHub (Fork)</a:t>
            </a:r>
            <a:endParaRPr lang="en-US" sz="3000" dirty="0"/>
          </a:p>
        </p:txBody>
      </p:sp>
      <p:sp>
        <p:nvSpPr>
          <p:cNvPr id="4" name="Langkah Fork"/>
          <p:cNvSpPr/>
          <p:nvPr/>
        </p:nvSpPr>
        <p:spPr>
          <a:xfrm>
            <a:off x="457200" y="109728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548640" y="1298448"/>
            <a:ext cx="457200" cy="457200"/>
          </a:xfrm>
          <a:prstGeom prst="ellipse">
            <a:avLst/>
          </a:prstGeom>
          <a:solidFill>
            <a:srgbClr val="14A085"/>
          </a:solidFill>
          <a:ln w="12700">
            <a:solidFill>
              <a:srgbClr val="14A085"/>
            </a:solidFill>
            <a:prstDash val="solid"/>
          </a:ln>
        </p:spPr>
      </p:sp>
      <p:pic>
        <p:nvPicPr>
          <p:cNvPr id="6" name="Image 0" descr="preencoded.png">    </p:cNvPr>
          <p:cNvPicPr>
            <a:picLocks noChangeAspect="1"/>
          </p:cNvPicPr>
          <p:nvPr/>
        </p:nvPicPr>
        <p:blipFill>
          <a:blip r:embed="rId1"/>
          <a:stretch>
            <a:fillRect/>
          </a:stretch>
        </p:blipFill>
        <p:spPr>
          <a:xfrm>
            <a:off x="662940" y="1412748"/>
            <a:ext cx="228600" cy="228600"/>
          </a:xfrm>
          <a:prstGeom prst="rect">
            <a:avLst/>
          </a:prstGeom>
        </p:spPr>
      </p:pic>
      <p:sp>
        <p:nvSpPr>
          <p:cNvPr id="7" name="Text 3"/>
          <p:cNvSpPr txBox="1"/>
          <p:nvPr/>
        </p:nvSpPr>
        <p:spPr>
          <a:xfrm>
            <a:off x="1078992" y="109728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Fork</a:t>
            </a:r>
            <a:endParaRPr lang="en-US" sz="1200" dirty="0"/>
          </a:p>
        </p:txBody>
      </p:sp>
      <p:sp>
        <p:nvSpPr>
          <p:cNvPr id="8" name="Shape 4"/>
          <p:cNvSpPr/>
          <p:nvPr/>
        </p:nvSpPr>
        <p:spPr>
          <a:xfrm>
            <a:off x="365760" y="1005840"/>
            <a:ext cx="274320" cy="274320"/>
          </a:xfrm>
          <a:prstGeom prst="ellipse">
            <a:avLst/>
          </a:prstGeom>
          <a:solidFill>
            <a:srgbClr val="333333"/>
          </a:solidFill>
          <a:ln w="12700">
            <a:solidFill>
              <a:srgbClr val="FFFFFF"/>
            </a:solidFill>
            <a:prstDash val="solid"/>
          </a:ln>
        </p:spPr>
      </p:sp>
      <p:sp>
        <p:nvSpPr>
          <p:cNvPr id="9" name="Text 5"/>
          <p:cNvSpPr txBox="1"/>
          <p:nvPr/>
        </p:nvSpPr>
        <p:spPr>
          <a:xfrm>
            <a:off x="365760"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Langkah Branch"/>
          <p:cNvSpPr/>
          <p:nvPr/>
        </p:nvSpPr>
        <p:spPr>
          <a:xfrm>
            <a:off x="2121408" y="109728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1" name="Shape 7"/>
          <p:cNvSpPr/>
          <p:nvPr/>
        </p:nvSpPr>
        <p:spPr>
          <a:xfrm>
            <a:off x="2212848" y="1298448"/>
            <a:ext cx="457200" cy="457200"/>
          </a:xfrm>
          <a:prstGeom prst="ellipse">
            <a:avLst/>
          </a:prstGeom>
          <a:solidFill>
            <a:srgbClr val="14A085"/>
          </a:solidFill>
          <a:ln w="12700">
            <a:solidFill>
              <a:srgbClr val="14A085"/>
            </a:solidFill>
            <a:prstDash val="solid"/>
          </a:ln>
        </p:spPr>
      </p:sp>
      <p:pic>
        <p:nvPicPr>
          <p:cNvPr id="12" name="Image 1" descr="preencoded.png">    </p:cNvPr>
          <p:cNvPicPr>
            <a:picLocks noChangeAspect="1"/>
          </p:cNvPicPr>
          <p:nvPr/>
        </p:nvPicPr>
        <p:blipFill>
          <a:blip r:embed="rId2"/>
          <a:stretch>
            <a:fillRect/>
          </a:stretch>
        </p:blipFill>
        <p:spPr>
          <a:xfrm>
            <a:off x="2327148" y="1412748"/>
            <a:ext cx="228600" cy="228600"/>
          </a:xfrm>
          <a:prstGeom prst="rect">
            <a:avLst/>
          </a:prstGeom>
        </p:spPr>
      </p:pic>
      <p:sp>
        <p:nvSpPr>
          <p:cNvPr id="13" name="Text 8"/>
          <p:cNvSpPr txBox="1"/>
          <p:nvPr/>
        </p:nvSpPr>
        <p:spPr>
          <a:xfrm>
            <a:off x="2743200" y="109728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Branch</a:t>
            </a:r>
            <a:endParaRPr lang="en-US" sz="1200" dirty="0"/>
          </a:p>
        </p:txBody>
      </p:sp>
      <p:sp>
        <p:nvSpPr>
          <p:cNvPr id="14" name="Shape 9"/>
          <p:cNvSpPr/>
          <p:nvPr/>
        </p:nvSpPr>
        <p:spPr>
          <a:xfrm>
            <a:off x="2029968" y="1005840"/>
            <a:ext cx="274320" cy="274320"/>
          </a:xfrm>
          <a:prstGeom prst="ellipse">
            <a:avLst/>
          </a:prstGeom>
          <a:solidFill>
            <a:srgbClr val="333333"/>
          </a:solidFill>
          <a:ln w="12700">
            <a:solidFill>
              <a:srgbClr val="FFFFFF"/>
            </a:solidFill>
            <a:prstDash val="solid"/>
          </a:ln>
        </p:spPr>
      </p:sp>
      <p:sp>
        <p:nvSpPr>
          <p:cNvPr id="15" name="Text 10"/>
          <p:cNvSpPr txBox="1"/>
          <p:nvPr/>
        </p:nvSpPr>
        <p:spPr>
          <a:xfrm>
            <a:off x="2029968"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6" name="Langkah Commit"/>
          <p:cNvSpPr/>
          <p:nvPr/>
        </p:nvSpPr>
        <p:spPr>
          <a:xfrm>
            <a:off x="3785616" y="109728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7" name="Shape 12"/>
          <p:cNvSpPr/>
          <p:nvPr/>
        </p:nvSpPr>
        <p:spPr>
          <a:xfrm>
            <a:off x="3877056" y="1298448"/>
            <a:ext cx="457200" cy="457200"/>
          </a:xfrm>
          <a:prstGeom prst="ellipse">
            <a:avLst/>
          </a:prstGeom>
          <a:solidFill>
            <a:srgbClr val="14A085"/>
          </a:solidFill>
          <a:ln w="12700">
            <a:solidFill>
              <a:srgbClr val="14A085"/>
            </a:solidFill>
            <a:prstDash val="solid"/>
          </a:ln>
        </p:spPr>
      </p:sp>
      <p:pic>
        <p:nvPicPr>
          <p:cNvPr id="18" name="Image 2" descr="preencoded.png">    </p:cNvPr>
          <p:cNvPicPr>
            <a:picLocks noChangeAspect="1"/>
          </p:cNvPicPr>
          <p:nvPr/>
        </p:nvPicPr>
        <p:blipFill>
          <a:blip r:embed="rId3"/>
          <a:stretch>
            <a:fillRect/>
          </a:stretch>
        </p:blipFill>
        <p:spPr>
          <a:xfrm>
            <a:off x="3991356" y="1412748"/>
            <a:ext cx="228600" cy="228600"/>
          </a:xfrm>
          <a:prstGeom prst="rect">
            <a:avLst/>
          </a:prstGeom>
        </p:spPr>
      </p:pic>
      <p:sp>
        <p:nvSpPr>
          <p:cNvPr id="19" name="Text 13"/>
          <p:cNvSpPr txBox="1"/>
          <p:nvPr/>
        </p:nvSpPr>
        <p:spPr>
          <a:xfrm>
            <a:off x="4407408" y="109728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Commit</a:t>
            </a:r>
            <a:endParaRPr lang="en-US" sz="1200" dirty="0"/>
          </a:p>
        </p:txBody>
      </p:sp>
      <p:sp>
        <p:nvSpPr>
          <p:cNvPr id="20" name="Shape 14"/>
          <p:cNvSpPr/>
          <p:nvPr/>
        </p:nvSpPr>
        <p:spPr>
          <a:xfrm>
            <a:off x="3694176" y="1005840"/>
            <a:ext cx="274320" cy="274320"/>
          </a:xfrm>
          <a:prstGeom prst="ellipse">
            <a:avLst/>
          </a:prstGeom>
          <a:solidFill>
            <a:srgbClr val="333333"/>
          </a:solidFill>
          <a:ln w="12700">
            <a:solidFill>
              <a:srgbClr val="FFFFFF"/>
            </a:solidFill>
            <a:prstDash val="solid"/>
          </a:ln>
        </p:spPr>
      </p:sp>
      <p:sp>
        <p:nvSpPr>
          <p:cNvPr id="21" name="Text 15"/>
          <p:cNvSpPr txBox="1"/>
          <p:nvPr/>
        </p:nvSpPr>
        <p:spPr>
          <a:xfrm>
            <a:off x="3694176"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2" name="Langkah Push ke fork"/>
          <p:cNvSpPr/>
          <p:nvPr/>
        </p:nvSpPr>
        <p:spPr>
          <a:xfrm>
            <a:off x="5449824" y="109728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3" name="Shape 17"/>
          <p:cNvSpPr/>
          <p:nvPr/>
        </p:nvSpPr>
        <p:spPr>
          <a:xfrm>
            <a:off x="5541264" y="1298448"/>
            <a:ext cx="457200" cy="457200"/>
          </a:xfrm>
          <a:prstGeom prst="ellipse">
            <a:avLst/>
          </a:prstGeom>
          <a:solidFill>
            <a:srgbClr val="14A085"/>
          </a:solidFill>
          <a:ln w="12700">
            <a:solidFill>
              <a:srgbClr val="14A085"/>
            </a:solidFill>
            <a:prstDash val="solid"/>
          </a:ln>
        </p:spPr>
      </p:sp>
      <p:pic>
        <p:nvPicPr>
          <p:cNvPr id="24" name="Image 3" descr="preencoded.png">    </p:cNvPr>
          <p:cNvPicPr>
            <a:picLocks noChangeAspect="1"/>
          </p:cNvPicPr>
          <p:nvPr/>
        </p:nvPicPr>
        <p:blipFill>
          <a:blip r:embed="rId4"/>
          <a:stretch>
            <a:fillRect/>
          </a:stretch>
        </p:blipFill>
        <p:spPr>
          <a:xfrm>
            <a:off x="5655564" y="1412748"/>
            <a:ext cx="228600" cy="228600"/>
          </a:xfrm>
          <a:prstGeom prst="rect">
            <a:avLst/>
          </a:prstGeom>
        </p:spPr>
      </p:pic>
      <p:sp>
        <p:nvSpPr>
          <p:cNvPr id="25" name="Text 18"/>
          <p:cNvSpPr txBox="1"/>
          <p:nvPr/>
        </p:nvSpPr>
        <p:spPr>
          <a:xfrm>
            <a:off x="6071616" y="109728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Push ke fork</a:t>
            </a:r>
            <a:endParaRPr lang="en-US" sz="1200" dirty="0"/>
          </a:p>
        </p:txBody>
      </p:sp>
      <p:sp>
        <p:nvSpPr>
          <p:cNvPr id="26" name="Shape 19"/>
          <p:cNvSpPr/>
          <p:nvPr/>
        </p:nvSpPr>
        <p:spPr>
          <a:xfrm>
            <a:off x="5358384" y="1005840"/>
            <a:ext cx="274320" cy="274320"/>
          </a:xfrm>
          <a:prstGeom prst="ellipse">
            <a:avLst/>
          </a:prstGeom>
          <a:solidFill>
            <a:srgbClr val="333333"/>
          </a:solidFill>
          <a:ln w="12700">
            <a:solidFill>
              <a:srgbClr val="FFFFFF"/>
            </a:solidFill>
            <a:prstDash val="solid"/>
          </a:ln>
        </p:spPr>
      </p:sp>
      <p:sp>
        <p:nvSpPr>
          <p:cNvPr id="27" name="Text 20"/>
          <p:cNvSpPr txBox="1"/>
          <p:nvPr/>
        </p:nvSpPr>
        <p:spPr>
          <a:xfrm>
            <a:off x="5358384"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8" name="Langkah Pull Request"/>
          <p:cNvSpPr/>
          <p:nvPr/>
        </p:nvSpPr>
        <p:spPr>
          <a:xfrm>
            <a:off x="7114032" y="109728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9" name="Shape 22"/>
          <p:cNvSpPr/>
          <p:nvPr/>
        </p:nvSpPr>
        <p:spPr>
          <a:xfrm>
            <a:off x="7205472" y="1298448"/>
            <a:ext cx="457200" cy="457200"/>
          </a:xfrm>
          <a:prstGeom prst="ellipse">
            <a:avLst/>
          </a:prstGeom>
          <a:solidFill>
            <a:srgbClr val="2FA4E7"/>
          </a:solidFill>
          <a:ln w="12700">
            <a:solidFill>
              <a:srgbClr val="2FA4E7"/>
            </a:solidFill>
            <a:prstDash val="solid"/>
          </a:ln>
        </p:spPr>
      </p:sp>
      <p:pic>
        <p:nvPicPr>
          <p:cNvPr id="30" name="Image 4" descr="preencoded.png">    </p:cNvPr>
          <p:cNvPicPr>
            <a:picLocks noChangeAspect="1"/>
          </p:cNvPicPr>
          <p:nvPr/>
        </p:nvPicPr>
        <p:blipFill>
          <a:blip r:embed="rId5"/>
          <a:stretch>
            <a:fillRect/>
          </a:stretch>
        </p:blipFill>
        <p:spPr>
          <a:xfrm>
            <a:off x="7319772" y="1412748"/>
            <a:ext cx="228600" cy="228600"/>
          </a:xfrm>
          <a:prstGeom prst="rect">
            <a:avLst/>
          </a:prstGeom>
        </p:spPr>
      </p:pic>
      <p:sp>
        <p:nvSpPr>
          <p:cNvPr id="31" name="Text 23"/>
          <p:cNvSpPr txBox="1"/>
          <p:nvPr/>
        </p:nvSpPr>
        <p:spPr>
          <a:xfrm>
            <a:off x="7735824" y="109728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Pull Request</a:t>
            </a:r>
            <a:endParaRPr lang="en-US" sz="1200" dirty="0"/>
          </a:p>
        </p:txBody>
      </p:sp>
      <p:sp>
        <p:nvSpPr>
          <p:cNvPr id="32" name="Shape 24"/>
          <p:cNvSpPr/>
          <p:nvPr/>
        </p:nvSpPr>
        <p:spPr>
          <a:xfrm>
            <a:off x="7022592" y="1005840"/>
            <a:ext cx="274320" cy="274320"/>
          </a:xfrm>
          <a:prstGeom prst="ellipse">
            <a:avLst/>
          </a:prstGeom>
          <a:solidFill>
            <a:srgbClr val="333333"/>
          </a:solidFill>
          <a:ln w="12700">
            <a:solidFill>
              <a:srgbClr val="FFFFFF"/>
            </a:solidFill>
            <a:prstDash val="solid"/>
          </a:ln>
        </p:spPr>
      </p:sp>
      <p:sp>
        <p:nvSpPr>
          <p:cNvPr id="33" name="Text 25"/>
          <p:cNvSpPr txBox="1"/>
          <p:nvPr/>
        </p:nvSpPr>
        <p:spPr>
          <a:xfrm>
            <a:off x="7022592" y="10058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4" name="Langkah Review &amp; Komentar"/>
          <p:cNvSpPr/>
          <p:nvPr/>
        </p:nvSpPr>
        <p:spPr>
          <a:xfrm>
            <a:off x="7114032" y="237744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5" name="Shape 27"/>
          <p:cNvSpPr/>
          <p:nvPr/>
        </p:nvSpPr>
        <p:spPr>
          <a:xfrm>
            <a:off x="7205472" y="2578608"/>
            <a:ext cx="457200" cy="457200"/>
          </a:xfrm>
          <a:prstGeom prst="ellipse">
            <a:avLst/>
          </a:prstGeom>
          <a:solidFill>
            <a:srgbClr val="D867B2"/>
          </a:solidFill>
          <a:ln w="12700">
            <a:solidFill>
              <a:srgbClr val="D867B2"/>
            </a:solidFill>
            <a:prstDash val="solid"/>
          </a:ln>
        </p:spPr>
      </p:sp>
      <p:pic>
        <p:nvPicPr>
          <p:cNvPr id="36" name="Image 5" descr="preencoded.png">    </p:cNvPr>
          <p:cNvPicPr>
            <a:picLocks noChangeAspect="1"/>
          </p:cNvPicPr>
          <p:nvPr/>
        </p:nvPicPr>
        <p:blipFill>
          <a:blip r:embed="rId6"/>
          <a:stretch>
            <a:fillRect/>
          </a:stretch>
        </p:blipFill>
        <p:spPr>
          <a:xfrm>
            <a:off x="7319772" y="2692908"/>
            <a:ext cx="228600" cy="228600"/>
          </a:xfrm>
          <a:prstGeom prst="rect">
            <a:avLst/>
          </a:prstGeom>
        </p:spPr>
      </p:pic>
      <p:sp>
        <p:nvSpPr>
          <p:cNvPr id="37" name="Text 28"/>
          <p:cNvSpPr txBox="1"/>
          <p:nvPr/>
        </p:nvSpPr>
        <p:spPr>
          <a:xfrm>
            <a:off x="7735824" y="237744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Review &amp; Komentar</a:t>
            </a:r>
            <a:endParaRPr lang="en-US" sz="1200" dirty="0"/>
          </a:p>
        </p:txBody>
      </p:sp>
      <p:sp>
        <p:nvSpPr>
          <p:cNvPr id="38" name="Shape 29"/>
          <p:cNvSpPr/>
          <p:nvPr/>
        </p:nvSpPr>
        <p:spPr>
          <a:xfrm>
            <a:off x="7022592" y="2286000"/>
            <a:ext cx="274320" cy="274320"/>
          </a:xfrm>
          <a:prstGeom prst="ellipse">
            <a:avLst/>
          </a:prstGeom>
          <a:solidFill>
            <a:srgbClr val="333333"/>
          </a:solidFill>
          <a:ln w="12700">
            <a:solidFill>
              <a:srgbClr val="FFFFFF"/>
            </a:solidFill>
            <a:prstDash val="solid"/>
          </a:ln>
        </p:spPr>
      </p:sp>
      <p:sp>
        <p:nvSpPr>
          <p:cNvPr id="39" name="Text 30"/>
          <p:cNvSpPr txBox="1"/>
          <p:nvPr/>
        </p:nvSpPr>
        <p:spPr>
          <a:xfrm>
            <a:off x="7022592" y="22860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40" name="Langkah Perbaikan"/>
          <p:cNvSpPr/>
          <p:nvPr/>
        </p:nvSpPr>
        <p:spPr>
          <a:xfrm>
            <a:off x="5449824" y="237744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1" name="Shape 32"/>
          <p:cNvSpPr/>
          <p:nvPr/>
        </p:nvSpPr>
        <p:spPr>
          <a:xfrm>
            <a:off x="5541264" y="2578608"/>
            <a:ext cx="457200" cy="457200"/>
          </a:xfrm>
          <a:prstGeom prst="ellipse">
            <a:avLst/>
          </a:prstGeom>
          <a:solidFill>
            <a:srgbClr val="E9573F"/>
          </a:solidFill>
          <a:ln w="12700">
            <a:solidFill>
              <a:srgbClr val="E9573F"/>
            </a:solidFill>
            <a:prstDash val="solid"/>
          </a:ln>
        </p:spPr>
      </p:sp>
      <p:pic>
        <p:nvPicPr>
          <p:cNvPr id="42" name="Image 6" descr="preencoded.png">    </p:cNvPr>
          <p:cNvPicPr>
            <a:picLocks noChangeAspect="1"/>
          </p:cNvPicPr>
          <p:nvPr/>
        </p:nvPicPr>
        <p:blipFill>
          <a:blip r:embed="rId7"/>
          <a:stretch>
            <a:fillRect/>
          </a:stretch>
        </p:blipFill>
        <p:spPr>
          <a:xfrm>
            <a:off x="5655564" y="2692908"/>
            <a:ext cx="228600" cy="228600"/>
          </a:xfrm>
          <a:prstGeom prst="rect">
            <a:avLst/>
          </a:prstGeom>
        </p:spPr>
      </p:pic>
      <p:sp>
        <p:nvSpPr>
          <p:cNvPr id="43" name="Text 33"/>
          <p:cNvSpPr txBox="1"/>
          <p:nvPr/>
        </p:nvSpPr>
        <p:spPr>
          <a:xfrm>
            <a:off x="6071616" y="237744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Perbaikan</a:t>
            </a:r>
            <a:endParaRPr lang="en-US" sz="1200" dirty="0"/>
          </a:p>
        </p:txBody>
      </p:sp>
      <p:sp>
        <p:nvSpPr>
          <p:cNvPr id="44" name="Shape 34"/>
          <p:cNvSpPr/>
          <p:nvPr/>
        </p:nvSpPr>
        <p:spPr>
          <a:xfrm>
            <a:off x="5358384" y="2286000"/>
            <a:ext cx="274320" cy="274320"/>
          </a:xfrm>
          <a:prstGeom prst="ellipse">
            <a:avLst/>
          </a:prstGeom>
          <a:solidFill>
            <a:srgbClr val="333333"/>
          </a:solidFill>
          <a:ln w="12700">
            <a:solidFill>
              <a:srgbClr val="FFFFFF"/>
            </a:solidFill>
            <a:prstDash val="solid"/>
          </a:ln>
        </p:spPr>
      </p:sp>
      <p:sp>
        <p:nvSpPr>
          <p:cNvPr id="45" name="Text 35"/>
          <p:cNvSpPr txBox="1"/>
          <p:nvPr/>
        </p:nvSpPr>
        <p:spPr>
          <a:xfrm>
            <a:off x="5358384" y="22860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7</a:t>
            </a:r>
            <a:endParaRPr lang="en-US" sz="1000" dirty="0"/>
          </a:p>
        </p:txBody>
      </p:sp>
      <p:sp>
        <p:nvSpPr>
          <p:cNvPr id="46" name="Langkah Approve"/>
          <p:cNvSpPr/>
          <p:nvPr/>
        </p:nvSpPr>
        <p:spPr>
          <a:xfrm>
            <a:off x="3785616" y="237744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7" name="Shape 37"/>
          <p:cNvSpPr/>
          <p:nvPr/>
        </p:nvSpPr>
        <p:spPr>
          <a:xfrm>
            <a:off x="3877056" y="2578608"/>
            <a:ext cx="457200" cy="457200"/>
          </a:xfrm>
          <a:prstGeom prst="ellipse">
            <a:avLst/>
          </a:prstGeom>
          <a:solidFill>
            <a:srgbClr val="61B331"/>
          </a:solidFill>
          <a:ln w="12700">
            <a:solidFill>
              <a:srgbClr val="61B331"/>
            </a:solidFill>
            <a:prstDash val="solid"/>
          </a:ln>
        </p:spPr>
      </p:sp>
      <p:pic>
        <p:nvPicPr>
          <p:cNvPr id="48" name="Image 7" descr="preencoded.png">    </p:cNvPr>
          <p:cNvPicPr>
            <a:picLocks noChangeAspect="1"/>
          </p:cNvPicPr>
          <p:nvPr/>
        </p:nvPicPr>
        <p:blipFill>
          <a:blip r:embed="rId8"/>
          <a:stretch>
            <a:fillRect/>
          </a:stretch>
        </p:blipFill>
        <p:spPr>
          <a:xfrm>
            <a:off x="3991356" y="2692908"/>
            <a:ext cx="228600" cy="228600"/>
          </a:xfrm>
          <a:prstGeom prst="rect">
            <a:avLst/>
          </a:prstGeom>
        </p:spPr>
      </p:pic>
      <p:sp>
        <p:nvSpPr>
          <p:cNvPr id="49" name="Text 38"/>
          <p:cNvSpPr txBox="1"/>
          <p:nvPr/>
        </p:nvSpPr>
        <p:spPr>
          <a:xfrm>
            <a:off x="4407408" y="237744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Approve</a:t>
            </a:r>
            <a:endParaRPr lang="en-US" sz="1200" dirty="0"/>
          </a:p>
        </p:txBody>
      </p:sp>
      <p:sp>
        <p:nvSpPr>
          <p:cNvPr id="50" name="Shape 39"/>
          <p:cNvSpPr/>
          <p:nvPr/>
        </p:nvSpPr>
        <p:spPr>
          <a:xfrm>
            <a:off x="3694176" y="2286000"/>
            <a:ext cx="274320" cy="274320"/>
          </a:xfrm>
          <a:prstGeom prst="ellipse">
            <a:avLst/>
          </a:prstGeom>
          <a:solidFill>
            <a:srgbClr val="333333"/>
          </a:solidFill>
          <a:ln w="12700">
            <a:solidFill>
              <a:srgbClr val="FFFFFF"/>
            </a:solidFill>
            <a:prstDash val="solid"/>
          </a:ln>
        </p:spPr>
      </p:sp>
      <p:sp>
        <p:nvSpPr>
          <p:cNvPr id="51" name="Text 40"/>
          <p:cNvSpPr txBox="1"/>
          <p:nvPr/>
        </p:nvSpPr>
        <p:spPr>
          <a:xfrm>
            <a:off x="3694176" y="22860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a:t>
            </a:r>
            <a:endParaRPr lang="en-US" sz="1000" dirty="0"/>
          </a:p>
        </p:txBody>
      </p:sp>
      <p:sp>
        <p:nvSpPr>
          <p:cNvPr id="52" name="Langkah Merge ke main"/>
          <p:cNvSpPr/>
          <p:nvPr/>
        </p:nvSpPr>
        <p:spPr>
          <a:xfrm>
            <a:off x="2121408" y="2377440"/>
            <a:ext cx="1481328"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3" name="Shape 42"/>
          <p:cNvSpPr/>
          <p:nvPr/>
        </p:nvSpPr>
        <p:spPr>
          <a:xfrm>
            <a:off x="2212848" y="2578608"/>
            <a:ext cx="457200" cy="457200"/>
          </a:xfrm>
          <a:prstGeom prst="ellipse">
            <a:avLst/>
          </a:prstGeom>
          <a:solidFill>
            <a:srgbClr val="0F7F6A"/>
          </a:solidFill>
          <a:ln w="12700">
            <a:solidFill>
              <a:srgbClr val="0F7F6A"/>
            </a:solidFill>
            <a:prstDash val="solid"/>
          </a:ln>
        </p:spPr>
      </p:sp>
      <p:pic>
        <p:nvPicPr>
          <p:cNvPr id="54" name="Image 8" descr="preencoded.png">    </p:cNvPr>
          <p:cNvPicPr>
            <a:picLocks noChangeAspect="1"/>
          </p:cNvPicPr>
          <p:nvPr/>
        </p:nvPicPr>
        <p:blipFill>
          <a:blip r:embed="rId9"/>
          <a:stretch>
            <a:fillRect/>
          </a:stretch>
        </p:blipFill>
        <p:spPr>
          <a:xfrm>
            <a:off x="2327148" y="2692908"/>
            <a:ext cx="228600" cy="228600"/>
          </a:xfrm>
          <a:prstGeom prst="rect">
            <a:avLst/>
          </a:prstGeom>
        </p:spPr>
      </p:pic>
      <p:sp>
        <p:nvSpPr>
          <p:cNvPr id="55" name="Text 43"/>
          <p:cNvSpPr txBox="1"/>
          <p:nvPr/>
        </p:nvSpPr>
        <p:spPr>
          <a:xfrm>
            <a:off x="2743200" y="2377440"/>
            <a:ext cx="822960" cy="868680"/>
          </a:xfrm>
          <a:prstGeom prst="rect">
            <a:avLst/>
          </a:prstGeom>
          <a:noFill/>
          <a:ln/>
        </p:spPr>
        <p:txBody>
          <a:bodyPr wrap="square" lIns="0" tIns="0" rIns="0" bIns="0"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Merge ke main</a:t>
            </a:r>
            <a:endParaRPr lang="en-US" sz="1200" dirty="0"/>
          </a:p>
        </p:txBody>
      </p:sp>
      <p:sp>
        <p:nvSpPr>
          <p:cNvPr id="56" name="Shape 44"/>
          <p:cNvSpPr/>
          <p:nvPr/>
        </p:nvSpPr>
        <p:spPr>
          <a:xfrm>
            <a:off x="2029968" y="2286000"/>
            <a:ext cx="274320" cy="274320"/>
          </a:xfrm>
          <a:prstGeom prst="ellipse">
            <a:avLst/>
          </a:prstGeom>
          <a:solidFill>
            <a:srgbClr val="333333"/>
          </a:solidFill>
          <a:ln w="12700">
            <a:solidFill>
              <a:srgbClr val="FFFFFF"/>
            </a:solidFill>
            <a:prstDash val="solid"/>
          </a:ln>
        </p:spPr>
      </p:sp>
      <p:sp>
        <p:nvSpPr>
          <p:cNvPr id="57" name="Text 45"/>
          <p:cNvSpPr txBox="1"/>
          <p:nvPr/>
        </p:nvSpPr>
        <p:spPr>
          <a:xfrm>
            <a:off x="2029968" y="22860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9</a:t>
            </a:r>
            <a:endParaRPr lang="en-US" sz="1000" dirty="0"/>
          </a:p>
        </p:txBody>
      </p:sp>
      <p:sp>
        <p:nvSpPr>
          <p:cNvPr id="58" name="Shape 46"/>
          <p:cNvSpPr/>
          <p:nvPr/>
        </p:nvSpPr>
        <p:spPr>
          <a:xfrm>
            <a:off x="1956816" y="1527048"/>
            <a:ext cx="146304" cy="0"/>
          </a:xfrm>
          <a:prstGeom prst="line">
            <a:avLst/>
          </a:prstGeom>
          <a:noFill/>
          <a:ln w="31750">
            <a:solidFill>
              <a:srgbClr val="6B6B6B"/>
            </a:solidFill>
            <a:prstDash val="solid"/>
            <a:tailEnd type="triangle"/>
          </a:ln>
        </p:spPr>
      </p:sp>
      <p:sp>
        <p:nvSpPr>
          <p:cNvPr id="59" name="Shape 47"/>
          <p:cNvSpPr/>
          <p:nvPr/>
        </p:nvSpPr>
        <p:spPr>
          <a:xfrm>
            <a:off x="3621024" y="1527048"/>
            <a:ext cx="146304" cy="0"/>
          </a:xfrm>
          <a:prstGeom prst="line">
            <a:avLst/>
          </a:prstGeom>
          <a:noFill/>
          <a:ln w="31750">
            <a:solidFill>
              <a:srgbClr val="6B6B6B"/>
            </a:solidFill>
            <a:prstDash val="solid"/>
            <a:tailEnd type="triangle"/>
          </a:ln>
        </p:spPr>
      </p:sp>
      <p:sp>
        <p:nvSpPr>
          <p:cNvPr id="60" name="Shape 48"/>
          <p:cNvSpPr/>
          <p:nvPr/>
        </p:nvSpPr>
        <p:spPr>
          <a:xfrm>
            <a:off x="5285232" y="1527048"/>
            <a:ext cx="146304" cy="0"/>
          </a:xfrm>
          <a:prstGeom prst="line">
            <a:avLst/>
          </a:prstGeom>
          <a:noFill/>
          <a:ln w="31750">
            <a:solidFill>
              <a:srgbClr val="6B6B6B"/>
            </a:solidFill>
            <a:prstDash val="solid"/>
            <a:tailEnd type="triangle"/>
          </a:ln>
        </p:spPr>
      </p:sp>
      <p:sp>
        <p:nvSpPr>
          <p:cNvPr id="61" name="Shape 49"/>
          <p:cNvSpPr/>
          <p:nvPr/>
        </p:nvSpPr>
        <p:spPr>
          <a:xfrm>
            <a:off x="6949440" y="1527048"/>
            <a:ext cx="146304" cy="0"/>
          </a:xfrm>
          <a:prstGeom prst="line">
            <a:avLst/>
          </a:prstGeom>
          <a:noFill/>
          <a:ln w="31750">
            <a:solidFill>
              <a:srgbClr val="6B6B6B"/>
            </a:solidFill>
            <a:prstDash val="solid"/>
            <a:tailEnd type="triangle"/>
          </a:ln>
        </p:spPr>
      </p:sp>
      <p:sp>
        <p:nvSpPr>
          <p:cNvPr id="62" name="Shape 50"/>
          <p:cNvSpPr/>
          <p:nvPr/>
        </p:nvSpPr>
        <p:spPr>
          <a:xfrm>
            <a:off x="7854696" y="1993392"/>
            <a:ext cx="0" cy="347472"/>
          </a:xfrm>
          <a:prstGeom prst="line">
            <a:avLst/>
          </a:prstGeom>
          <a:noFill/>
          <a:ln w="31750">
            <a:solidFill>
              <a:srgbClr val="6B6B6B"/>
            </a:solidFill>
            <a:prstDash val="solid"/>
            <a:tailEnd type="triangle"/>
          </a:ln>
        </p:spPr>
      </p:sp>
      <p:sp>
        <p:nvSpPr>
          <p:cNvPr id="63" name="Shape 51"/>
          <p:cNvSpPr/>
          <p:nvPr/>
        </p:nvSpPr>
        <p:spPr>
          <a:xfrm flipH="1">
            <a:off x="6931152" y="2807208"/>
            <a:ext cx="164592" cy="0"/>
          </a:xfrm>
          <a:prstGeom prst="line">
            <a:avLst/>
          </a:prstGeom>
          <a:noFill/>
          <a:ln w="31750">
            <a:solidFill>
              <a:srgbClr val="E9573F"/>
            </a:solidFill>
            <a:prstDash val="solid"/>
            <a:tailEnd type="triangle"/>
          </a:ln>
        </p:spPr>
      </p:sp>
      <p:sp>
        <p:nvSpPr>
          <p:cNvPr id="64" name="Shape 52"/>
          <p:cNvSpPr/>
          <p:nvPr/>
        </p:nvSpPr>
        <p:spPr>
          <a:xfrm flipH="1">
            <a:off x="5266944" y="2807208"/>
            <a:ext cx="164592" cy="0"/>
          </a:xfrm>
          <a:prstGeom prst="line">
            <a:avLst/>
          </a:prstGeom>
          <a:noFill/>
          <a:ln w="31750">
            <a:solidFill>
              <a:srgbClr val="6B6B6B"/>
            </a:solidFill>
            <a:prstDash val="solid"/>
            <a:tailEnd type="triangle"/>
          </a:ln>
        </p:spPr>
      </p:sp>
      <p:sp>
        <p:nvSpPr>
          <p:cNvPr id="65" name="Shape 53"/>
          <p:cNvSpPr/>
          <p:nvPr/>
        </p:nvSpPr>
        <p:spPr>
          <a:xfrm flipH="1">
            <a:off x="3602736" y="2807208"/>
            <a:ext cx="164592" cy="0"/>
          </a:xfrm>
          <a:prstGeom prst="line">
            <a:avLst/>
          </a:prstGeom>
          <a:noFill/>
          <a:ln w="31750">
            <a:solidFill>
              <a:srgbClr val="6B6B6B"/>
            </a:solidFill>
            <a:prstDash val="solid"/>
            <a:tailEnd type="triangle"/>
          </a:ln>
        </p:spPr>
      </p:sp>
      <p:sp>
        <p:nvSpPr>
          <p:cNvPr id="66" name="Shape 54"/>
          <p:cNvSpPr/>
          <p:nvPr/>
        </p:nvSpPr>
        <p:spPr>
          <a:xfrm>
            <a:off x="6190488" y="3246120"/>
            <a:ext cx="0" cy="201168"/>
          </a:xfrm>
          <a:prstGeom prst="line">
            <a:avLst/>
          </a:prstGeom>
          <a:noFill/>
          <a:ln w="31750">
            <a:solidFill>
              <a:srgbClr val="E9573F"/>
            </a:solidFill>
            <a:prstDash val="solid"/>
          </a:ln>
        </p:spPr>
      </p:sp>
      <p:sp>
        <p:nvSpPr>
          <p:cNvPr id="67" name="Shape 55"/>
          <p:cNvSpPr/>
          <p:nvPr/>
        </p:nvSpPr>
        <p:spPr>
          <a:xfrm>
            <a:off x="6190488" y="3447288"/>
            <a:ext cx="1664208" cy="0"/>
          </a:xfrm>
          <a:prstGeom prst="line">
            <a:avLst/>
          </a:prstGeom>
          <a:noFill/>
          <a:ln w="31750">
            <a:solidFill>
              <a:srgbClr val="E9573F"/>
            </a:solidFill>
            <a:prstDash val="solid"/>
          </a:ln>
        </p:spPr>
      </p:sp>
      <p:sp>
        <p:nvSpPr>
          <p:cNvPr id="68" name="Shape 56"/>
          <p:cNvSpPr/>
          <p:nvPr/>
        </p:nvSpPr>
        <p:spPr>
          <a:xfrm flipV="1">
            <a:off x="7854696" y="3246120"/>
            <a:ext cx="0" cy="201168"/>
          </a:xfrm>
          <a:prstGeom prst="line">
            <a:avLst/>
          </a:prstGeom>
          <a:noFill/>
          <a:ln w="31750">
            <a:solidFill>
              <a:srgbClr val="E9573F"/>
            </a:solidFill>
            <a:prstDash val="solid"/>
            <a:tailEnd type="triangle"/>
          </a:ln>
        </p:spPr>
      </p:sp>
      <p:sp>
        <p:nvSpPr>
          <p:cNvPr id="69" name="Text 57"/>
          <p:cNvSpPr txBox="1"/>
          <p:nvPr/>
        </p:nvSpPr>
        <p:spPr>
          <a:xfrm>
            <a:off x="4270248" y="3328416"/>
            <a:ext cx="1828800" cy="256032"/>
          </a:xfrm>
          <a:prstGeom prst="rect">
            <a:avLst/>
          </a:prstGeom>
          <a:noFill/>
          <a:ln/>
        </p:spPr>
        <p:txBody>
          <a:bodyPr wrap="square" lIns="0" tIns="0" rIns="0" bIns="0" rtlCol="0" anchor="ctr"/>
          <a:lstStyle/>
          <a:p>
            <a:pPr algn="r" indent="0" marL="0">
              <a:buNone/>
            </a:pPr>
            <a:r>
              <a:rPr lang="en-US" sz="1100" b="1" dirty="0">
                <a:solidFill>
                  <a:srgbClr val="E9573F"/>
                </a:solidFill>
                <a:latin typeface="Calibri" pitchFamily="34" charset="0"/>
                <a:ea typeface="Calibri" pitchFamily="34" charset="-122"/>
                <a:cs typeface="Calibri" pitchFamily="34" charset="-120"/>
              </a:rPr>
              <a:t>Ulangi sampai disetujui</a:t>
            </a:r>
            <a:endParaRPr lang="en-US" sz="1100" dirty="0"/>
          </a:p>
        </p:txBody>
      </p:sp>
      <p:sp>
        <p:nvSpPr>
          <p:cNvPr id="70" name="Shape 58"/>
          <p:cNvSpPr/>
          <p:nvPr/>
        </p:nvSpPr>
        <p:spPr>
          <a:xfrm>
            <a:off x="457200" y="3310128"/>
            <a:ext cx="3017520" cy="274320"/>
          </a:xfrm>
          <a:prstGeom prst="roundRect">
            <a:avLst>
              <a:gd name="adj" fmla="val 46667"/>
            </a:avLst>
          </a:prstGeom>
          <a:solidFill>
            <a:srgbClr val="0F7F6A"/>
          </a:solidFill>
          <a:ln w="12700">
            <a:solidFill>
              <a:srgbClr val="0F7F6A"/>
            </a:solidFill>
            <a:prstDash val="solid"/>
          </a:ln>
        </p:spPr>
      </p:sp>
      <p:sp>
        <p:nvSpPr>
          <p:cNvPr id="71" name="Text 59"/>
          <p:cNvSpPr txBox="1"/>
          <p:nvPr/>
        </p:nvSpPr>
        <p:spPr>
          <a:xfrm>
            <a:off x="457200" y="3310128"/>
            <a:ext cx="3017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Tidak ada yang push langsung ke main</a:t>
            </a:r>
            <a:endParaRPr lang="en-US" sz="1100" dirty="0"/>
          </a:p>
        </p:txBody>
      </p:sp>
      <p:sp>
        <p:nvSpPr>
          <p:cNvPr id="72" name="Placeholder screenshot"/>
          <p:cNvSpPr/>
          <p:nvPr/>
        </p:nvSpPr>
        <p:spPr>
          <a:xfrm>
            <a:off x="457200" y="3749040"/>
            <a:ext cx="8229600" cy="1005840"/>
          </a:xfrm>
          <a:prstGeom prst="roundRect">
            <a:avLst>
              <a:gd name="adj" fmla="val 10909"/>
            </a:avLst>
          </a:prstGeom>
          <a:solidFill>
            <a:srgbClr val="EFEFEF"/>
          </a:solidFill>
          <a:ln w="19050">
            <a:solidFill>
              <a:srgbClr val="9A9A9A"/>
            </a:solidFill>
            <a:prstDash val="dash"/>
          </a:ln>
        </p:spPr>
      </p:sp>
      <p:pic>
        <p:nvPicPr>
          <p:cNvPr id="73" name="Image 9" descr="preencoded.png">    </p:cNvPr>
          <p:cNvPicPr>
            <a:picLocks noChangeAspect="1"/>
          </p:cNvPicPr>
          <p:nvPr/>
        </p:nvPicPr>
        <p:blipFill>
          <a:blip r:embed="rId10"/>
          <a:stretch>
            <a:fillRect/>
          </a:stretch>
        </p:blipFill>
        <p:spPr>
          <a:xfrm>
            <a:off x="4446270" y="3829507"/>
            <a:ext cx="251460" cy="226314"/>
          </a:xfrm>
          <a:prstGeom prst="rect">
            <a:avLst/>
          </a:prstGeom>
        </p:spPr>
      </p:pic>
      <p:sp>
        <p:nvSpPr>
          <p:cNvPr id="74" name="Text 61"/>
          <p:cNvSpPr txBox="1"/>
          <p:nvPr/>
        </p:nvSpPr>
        <p:spPr>
          <a:xfrm>
            <a:off x="594360" y="4126687"/>
            <a:ext cx="7955280" cy="536753"/>
          </a:xfrm>
          <a:prstGeom prst="rect">
            <a:avLst/>
          </a:prstGeom>
          <a:noFill/>
          <a:ln/>
        </p:spPr>
        <p:txBody>
          <a:bodyPr wrap="square" lIns="0" tIns="0" rIns="0" bIns="0" rtlCol="0" anchor="t"/>
          <a:lstStyle/>
          <a:p>
            <a:pPr algn="ctr" indent="0" marL="0">
              <a:buNone/>
            </a:pPr>
            <a:r>
              <a:rPr lang="en-US" sz="1100" b="1" dirty="0">
                <a:solidFill>
                  <a:srgbClr val="0F7F6A"/>
                </a:solidFill>
                <a:latin typeface="Calibri" pitchFamily="34" charset="0"/>
                <a:ea typeface="Calibri" pitchFamily="34" charset="-122"/>
                <a:cs typeface="Calibri" pitchFamily="34" charset="-120"/>
              </a:rPr>
              <a:t>SCREENSHOT: </a:t>
            </a:r>
            <a:pPr algn="ctr" indent="0" marL="0">
              <a:buNone/>
            </a:pPr>
            <a:r>
              <a:rPr lang="en-US" sz="1100" dirty="0">
                <a:solidFill>
                  <a:srgbClr val="333333"/>
                </a:solidFill>
                <a:latin typeface="Calibri" pitchFamily="34" charset="0"/>
                <a:ea typeface="Calibri" pitchFamily="34" charset="-122"/>
                <a:cs typeface="Calibri" pitchFamily="34" charset="-120"/>
              </a:rPr>
              <a:t>Pull Request dari fork ke Borayaa/JendEdu — komentar Reviewer + tombol Approve</a:t>
            </a:r>
            <a:endParaRPr lang="en-US" sz="1100" dirty="0"/>
          </a:p>
        </p:txBody>
      </p:sp>
      <p:sp>
        <p:nvSpPr>
          <p:cNvPr id="75"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Kontribusi Tim</a:t>
            </a:r>
            <a:endParaRPr lang="en-US" sz="3000" dirty="0"/>
          </a:p>
        </p:txBody>
      </p:sp>
      <p:sp>
        <p:nvSpPr>
          <p:cNvPr id="4" name="Kontribusi Coder 1"/>
          <p:cNvSpPr/>
          <p:nvPr/>
        </p:nvSpPr>
        <p:spPr>
          <a:xfrm>
            <a:off x="457200" y="1097280"/>
            <a:ext cx="5074920" cy="822960"/>
          </a:xfrm>
          <a:prstGeom prst="roundRect">
            <a:avLst>
              <a:gd name="adj" fmla="val 13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566928" y="1188720"/>
            <a:ext cx="640080" cy="640080"/>
          </a:xfrm>
          <a:prstGeom prst="ellipse">
            <a:avLst/>
          </a:prstGeom>
          <a:solidFill>
            <a:srgbClr val="14A085"/>
          </a:solidFill>
          <a:ln w="12700">
            <a:solidFill>
              <a:srgbClr val="14A085"/>
            </a:solidFill>
            <a:prstDash val="solid"/>
          </a:ln>
        </p:spPr>
      </p:sp>
      <p:pic>
        <p:nvPicPr>
          <p:cNvPr id="6" name="Image 0" descr="preencoded.png">    </p:cNvPr>
          <p:cNvPicPr>
            <a:picLocks noChangeAspect="1"/>
          </p:cNvPicPr>
          <p:nvPr/>
        </p:nvPicPr>
        <p:blipFill>
          <a:blip r:embed="rId1"/>
          <a:stretch>
            <a:fillRect/>
          </a:stretch>
        </p:blipFill>
        <p:spPr>
          <a:xfrm>
            <a:off x="749808" y="1353312"/>
            <a:ext cx="274320" cy="274320"/>
          </a:xfrm>
          <a:prstGeom prst="rect">
            <a:avLst/>
          </a:prstGeom>
        </p:spPr>
      </p:pic>
      <p:sp>
        <p:nvSpPr>
          <p:cNvPr id="7" name="Text 3"/>
          <p:cNvSpPr txBox="1"/>
          <p:nvPr/>
        </p:nvSpPr>
        <p:spPr>
          <a:xfrm>
            <a:off x="1280160" y="1188720"/>
            <a:ext cx="1143000" cy="32004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Coder 1</a:t>
            </a:r>
            <a:endParaRPr lang="en-US" sz="1300" dirty="0"/>
          </a:p>
        </p:txBody>
      </p:sp>
      <p:sp>
        <p:nvSpPr>
          <p:cNvPr id="8" name="Text 4"/>
          <p:cNvSpPr txBox="1"/>
          <p:nvPr/>
        </p:nvSpPr>
        <p:spPr>
          <a:xfrm>
            <a:off x="1280160" y="1508760"/>
            <a:ext cx="1143000" cy="320040"/>
          </a:xfrm>
          <a:prstGeom prst="rect">
            <a:avLst/>
          </a:prstGeom>
          <a:noFill/>
          <a:ln/>
        </p:spPr>
        <p:txBody>
          <a:bodyPr wrap="square" lIns="0" tIns="0" rIns="0" bIns="0" rtlCol="0" anchor="ctr"/>
          <a:lstStyle/>
          <a:p>
            <a:pPr indent="0" marL="0">
              <a:buNone/>
            </a:pPr>
            <a:r>
              <a:rPr lang="en-US" sz="1100" b="1" dirty="0">
                <a:solidFill>
                  <a:srgbClr val="14A085"/>
                </a:solidFill>
                <a:latin typeface="Calibri" pitchFamily="34" charset="0"/>
                <a:ea typeface="Calibri" pitchFamily="34" charset="-122"/>
                <a:cs typeface="Calibri" pitchFamily="34" charset="-120"/>
              </a:rPr>
              <a:t>6 branch</a:t>
            </a:r>
            <a:endParaRPr lang="en-US" sz="1100" dirty="0"/>
          </a:p>
        </p:txBody>
      </p:sp>
      <p:sp>
        <p:nvSpPr>
          <p:cNvPr id="9" name="Shape 5"/>
          <p:cNvSpPr/>
          <p:nvPr/>
        </p:nvSpPr>
        <p:spPr>
          <a:xfrm>
            <a:off x="2468880" y="1170432"/>
            <a:ext cx="1481328" cy="228600"/>
          </a:xfrm>
          <a:prstGeom prst="roundRect">
            <a:avLst>
              <a:gd name="adj" fmla="val 56000"/>
            </a:avLst>
          </a:prstGeom>
          <a:solidFill>
            <a:srgbClr val="14A085"/>
          </a:solidFill>
          <a:ln w="12700">
            <a:solidFill>
              <a:srgbClr val="14A085"/>
            </a:solidFill>
            <a:prstDash val="solid"/>
          </a:ln>
        </p:spPr>
      </p:sp>
      <p:sp>
        <p:nvSpPr>
          <p:cNvPr id="10" name="Text 6"/>
          <p:cNvSpPr txBox="1"/>
          <p:nvPr/>
        </p:nvSpPr>
        <p:spPr>
          <a:xfrm>
            <a:off x="2468880" y="1170432"/>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chore/setup-template</a:t>
            </a:r>
            <a:endParaRPr lang="en-US" sz="1000" dirty="0"/>
          </a:p>
        </p:txBody>
      </p:sp>
      <p:sp>
        <p:nvSpPr>
          <p:cNvPr id="11" name="Shape 7"/>
          <p:cNvSpPr/>
          <p:nvPr/>
        </p:nvSpPr>
        <p:spPr>
          <a:xfrm>
            <a:off x="4023360" y="1170432"/>
            <a:ext cx="1481328" cy="228600"/>
          </a:xfrm>
          <a:prstGeom prst="roundRect">
            <a:avLst>
              <a:gd name="adj" fmla="val 56000"/>
            </a:avLst>
          </a:prstGeom>
          <a:solidFill>
            <a:srgbClr val="14A085"/>
          </a:solidFill>
          <a:ln w="12700">
            <a:solidFill>
              <a:srgbClr val="14A085"/>
            </a:solidFill>
            <a:prstDash val="solid"/>
          </a:ln>
        </p:spPr>
      </p:sp>
      <p:sp>
        <p:nvSpPr>
          <p:cNvPr id="12" name="Text 8"/>
          <p:cNvSpPr txBox="1"/>
          <p:nvPr/>
        </p:nvSpPr>
        <p:spPr>
          <a:xfrm>
            <a:off x="4023360" y="1170432"/>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feature/homepage</a:t>
            </a:r>
            <a:endParaRPr lang="en-US" sz="1000" dirty="0"/>
          </a:p>
        </p:txBody>
      </p:sp>
      <p:sp>
        <p:nvSpPr>
          <p:cNvPr id="13" name="Shape 9"/>
          <p:cNvSpPr/>
          <p:nvPr/>
        </p:nvSpPr>
        <p:spPr>
          <a:xfrm>
            <a:off x="2468880" y="1426464"/>
            <a:ext cx="1481328" cy="228600"/>
          </a:xfrm>
          <a:prstGeom prst="roundRect">
            <a:avLst>
              <a:gd name="adj" fmla="val 56000"/>
            </a:avLst>
          </a:prstGeom>
          <a:solidFill>
            <a:srgbClr val="14A085"/>
          </a:solidFill>
          <a:ln w="12700">
            <a:solidFill>
              <a:srgbClr val="14A085"/>
            </a:solidFill>
            <a:prstDash val="solid"/>
          </a:ln>
        </p:spPr>
      </p:sp>
      <p:sp>
        <p:nvSpPr>
          <p:cNvPr id="14" name="Text 10"/>
          <p:cNvSpPr txBox="1"/>
          <p:nvPr/>
        </p:nvSpPr>
        <p:spPr>
          <a:xfrm>
            <a:off x="2468880" y="1426464"/>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feature/about</a:t>
            </a:r>
            <a:endParaRPr lang="en-US" sz="1000" dirty="0"/>
          </a:p>
        </p:txBody>
      </p:sp>
      <p:sp>
        <p:nvSpPr>
          <p:cNvPr id="15" name="Shape 11"/>
          <p:cNvSpPr/>
          <p:nvPr/>
        </p:nvSpPr>
        <p:spPr>
          <a:xfrm>
            <a:off x="4023360" y="1426464"/>
            <a:ext cx="1481328" cy="228600"/>
          </a:xfrm>
          <a:prstGeom prst="roundRect">
            <a:avLst>
              <a:gd name="adj" fmla="val 56000"/>
            </a:avLst>
          </a:prstGeom>
          <a:solidFill>
            <a:srgbClr val="14A085"/>
          </a:solidFill>
          <a:ln w="12700">
            <a:solidFill>
              <a:srgbClr val="14A085"/>
            </a:solidFill>
            <a:prstDash val="solid"/>
          </a:ln>
        </p:spPr>
      </p:sp>
      <p:sp>
        <p:nvSpPr>
          <p:cNvPr id="16" name="Text 12"/>
          <p:cNvSpPr txBox="1"/>
          <p:nvPr/>
        </p:nvSpPr>
        <p:spPr>
          <a:xfrm>
            <a:off x="4023360" y="1426464"/>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feature/courses</a:t>
            </a:r>
            <a:endParaRPr lang="en-US" sz="1000" dirty="0"/>
          </a:p>
        </p:txBody>
      </p:sp>
      <p:sp>
        <p:nvSpPr>
          <p:cNvPr id="17" name="Shape 13"/>
          <p:cNvSpPr/>
          <p:nvPr/>
        </p:nvSpPr>
        <p:spPr>
          <a:xfrm>
            <a:off x="2468880" y="1682496"/>
            <a:ext cx="1481328" cy="228600"/>
          </a:xfrm>
          <a:prstGeom prst="roundRect">
            <a:avLst>
              <a:gd name="adj" fmla="val 56000"/>
            </a:avLst>
          </a:prstGeom>
          <a:solidFill>
            <a:srgbClr val="14A085"/>
          </a:solidFill>
          <a:ln w="12700">
            <a:solidFill>
              <a:srgbClr val="14A085"/>
            </a:solidFill>
            <a:prstDash val="solid"/>
          </a:ln>
        </p:spPr>
      </p:sp>
      <p:sp>
        <p:nvSpPr>
          <p:cNvPr id="18" name="Text 14"/>
          <p:cNvSpPr txBox="1"/>
          <p:nvPr/>
        </p:nvSpPr>
        <p:spPr>
          <a:xfrm>
            <a:off x="2468880" y="1682496"/>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feature/gallery</a:t>
            </a:r>
            <a:endParaRPr lang="en-US" sz="1000" dirty="0"/>
          </a:p>
        </p:txBody>
      </p:sp>
      <p:sp>
        <p:nvSpPr>
          <p:cNvPr id="19" name="Shape 15"/>
          <p:cNvSpPr/>
          <p:nvPr/>
        </p:nvSpPr>
        <p:spPr>
          <a:xfrm>
            <a:off x="4023360" y="1682496"/>
            <a:ext cx="1481328" cy="228600"/>
          </a:xfrm>
          <a:prstGeom prst="roundRect">
            <a:avLst>
              <a:gd name="adj" fmla="val 56000"/>
            </a:avLst>
          </a:prstGeom>
          <a:solidFill>
            <a:srgbClr val="14A085"/>
          </a:solidFill>
          <a:ln w="12700">
            <a:solidFill>
              <a:srgbClr val="14A085"/>
            </a:solidFill>
            <a:prstDash val="solid"/>
          </a:ln>
        </p:spPr>
      </p:sp>
      <p:sp>
        <p:nvSpPr>
          <p:cNvPr id="20" name="Text 16"/>
          <p:cNvSpPr txBox="1"/>
          <p:nvPr/>
        </p:nvSpPr>
        <p:spPr>
          <a:xfrm>
            <a:off x="4023360" y="1682496"/>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feature/pricing</a:t>
            </a:r>
            <a:endParaRPr lang="en-US" sz="1000" dirty="0"/>
          </a:p>
        </p:txBody>
      </p:sp>
      <p:sp>
        <p:nvSpPr>
          <p:cNvPr id="21" name="Kontribusi Coder 2"/>
          <p:cNvSpPr/>
          <p:nvPr/>
        </p:nvSpPr>
        <p:spPr>
          <a:xfrm>
            <a:off x="457200" y="2011680"/>
            <a:ext cx="5074920" cy="822960"/>
          </a:xfrm>
          <a:prstGeom prst="roundRect">
            <a:avLst>
              <a:gd name="adj" fmla="val 13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2" name="Shape 18"/>
          <p:cNvSpPr/>
          <p:nvPr/>
        </p:nvSpPr>
        <p:spPr>
          <a:xfrm>
            <a:off x="566928" y="2103120"/>
            <a:ext cx="640080" cy="640080"/>
          </a:xfrm>
          <a:prstGeom prst="ellipse">
            <a:avLst/>
          </a:prstGeom>
          <a:solidFill>
            <a:srgbClr val="2FA4E7"/>
          </a:solidFill>
          <a:ln w="12700">
            <a:solidFill>
              <a:srgbClr val="2FA4E7"/>
            </a:solidFill>
            <a:prstDash val="solid"/>
          </a:ln>
        </p:spPr>
      </p:sp>
      <p:pic>
        <p:nvPicPr>
          <p:cNvPr id="23" name="Image 1" descr="preencoded.png">    </p:cNvPr>
          <p:cNvPicPr>
            <a:picLocks noChangeAspect="1"/>
          </p:cNvPicPr>
          <p:nvPr/>
        </p:nvPicPr>
        <p:blipFill>
          <a:blip r:embed="rId2"/>
          <a:stretch>
            <a:fillRect/>
          </a:stretch>
        </p:blipFill>
        <p:spPr>
          <a:xfrm>
            <a:off x="749808" y="2267712"/>
            <a:ext cx="274320" cy="274320"/>
          </a:xfrm>
          <a:prstGeom prst="rect">
            <a:avLst/>
          </a:prstGeom>
        </p:spPr>
      </p:pic>
      <p:sp>
        <p:nvSpPr>
          <p:cNvPr id="24" name="Text 19"/>
          <p:cNvSpPr txBox="1"/>
          <p:nvPr/>
        </p:nvSpPr>
        <p:spPr>
          <a:xfrm>
            <a:off x="1280160" y="2103120"/>
            <a:ext cx="1143000" cy="32004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Coder 2</a:t>
            </a:r>
            <a:endParaRPr lang="en-US" sz="1300" dirty="0"/>
          </a:p>
        </p:txBody>
      </p:sp>
      <p:sp>
        <p:nvSpPr>
          <p:cNvPr id="25" name="Text 20"/>
          <p:cNvSpPr txBox="1"/>
          <p:nvPr/>
        </p:nvSpPr>
        <p:spPr>
          <a:xfrm>
            <a:off x="1280160" y="2423160"/>
            <a:ext cx="1143000" cy="320040"/>
          </a:xfrm>
          <a:prstGeom prst="rect">
            <a:avLst/>
          </a:prstGeom>
          <a:noFill/>
          <a:ln/>
        </p:spPr>
        <p:txBody>
          <a:bodyPr wrap="square" lIns="0" tIns="0" rIns="0" bIns="0" rtlCol="0" anchor="ctr"/>
          <a:lstStyle/>
          <a:p>
            <a:pPr indent="0" marL="0">
              <a:buNone/>
            </a:pPr>
            <a:r>
              <a:rPr lang="en-US" sz="1100" b="1" dirty="0">
                <a:solidFill>
                  <a:srgbClr val="2FA4E7"/>
                </a:solidFill>
                <a:latin typeface="Calibri" pitchFamily="34" charset="0"/>
                <a:ea typeface="Calibri" pitchFamily="34" charset="-122"/>
                <a:cs typeface="Calibri" pitchFamily="34" charset="-120"/>
              </a:rPr>
              <a:t>4 branch</a:t>
            </a:r>
            <a:endParaRPr lang="en-US" sz="1100" dirty="0"/>
          </a:p>
        </p:txBody>
      </p:sp>
      <p:sp>
        <p:nvSpPr>
          <p:cNvPr id="26" name="Shape 21"/>
          <p:cNvSpPr/>
          <p:nvPr/>
        </p:nvSpPr>
        <p:spPr>
          <a:xfrm>
            <a:off x="2468880" y="2084832"/>
            <a:ext cx="1481328" cy="228600"/>
          </a:xfrm>
          <a:prstGeom prst="roundRect">
            <a:avLst>
              <a:gd name="adj" fmla="val 56000"/>
            </a:avLst>
          </a:prstGeom>
          <a:solidFill>
            <a:srgbClr val="2FA4E7"/>
          </a:solidFill>
          <a:ln w="12700">
            <a:solidFill>
              <a:srgbClr val="2FA4E7"/>
            </a:solidFill>
            <a:prstDash val="solid"/>
          </a:ln>
        </p:spPr>
      </p:sp>
      <p:sp>
        <p:nvSpPr>
          <p:cNvPr id="27" name="Text 22"/>
          <p:cNvSpPr txBox="1"/>
          <p:nvPr/>
        </p:nvSpPr>
        <p:spPr>
          <a:xfrm>
            <a:off x="2468880" y="2084832"/>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feature/navbar-footer</a:t>
            </a:r>
            <a:endParaRPr lang="en-US" sz="1000" dirty="0"/>
          </a:p>
        </p:txBody>
      </p:sp>
      <p:sp>
        <p:nvSpPr>
          <p:cNvPr id="28" name="Shape 23"/>
          <p:cNvSpPr/>
          <p:nvPr/>
        </p:nvSpPr>
        <p:spPr>
          <a:xfrm>
            <a:off x="4023360" y="2084832"/>
            <a:ext cx="1481328" cy="228600"/>
          </a:xfrm>
          <a:prstGeom prst="roundRect">
            <a:avLst>
              <a:gd name="adj" fmla="val 56000"/>
            </a:avLst>
          </a:prstGeom>
          <a:solidFill>
            <a:srgbClr val="2FA4E7"/>
          </a:solidFill>
          <a:ln w="12700">
            <a:solidFill>
              <a:srgbClr val="2FA4E7"/>
            </a:solidFill>
            <a:prstDash val="solid"/>
          </a:ln>
        </p:spPr>
      </p:sp>
      <p:sp>
        <p:nvSpPr>
          <p:cNvPr id="29" name="Text 24"/>
          <p:cNvSpPr txBox="1"/>
          <p:nvPr/>
        </p:nvSpPr>
        <p:spPr>
          <a:xfrm>
            <a:off x="4023360" y="2084832"/>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feature/contact</a:t>
            </a:r>
            <a:endParaRPr lang="en-US" sz="1000" dirty="0"/>
          </a:p>
        </p:txBody>
      </p:sp>
      <p:sp>
        <p:nvSpPr>
          <p:cNvPr id="30" name="Shape 25"/>
          <p:cNvSpPr/>
          <p:nvPr/>
        </p:nvSpPr>
        <p:spPr>
          <a:xfrm>
            <a:off x="2468880" y="2340864"/>
            <a:ext cx="1481328" cy="228600"/>
          </a:xfrm>
          <a:prstGeom prst="roundRect">
            <a:avLst>
              <a:gd name="adj" fmla="val 56000"/>
            </a:avLst>
          </a:prstGeom>
          <a:solidFill>
            <a:srgbClr val="2FA4E7"/>
          </a:solidFill>
          <a:ln w="12700">
            <a:solidFill>
              <a:srgbClr val="2FA4E7"/>
            </a:solidFill>
            <a:prstDash val="solid"/>
          </a:ln>
        </p:spPr>
      </p:sp>
      <p:sp>
        <p:nvSpPr>
          <p:cNvPr id="31" name="Text 26"/>
          <p:cNvSpPr txBox="1"/>
          <p:nvPr/>
        </p:nvSpPr>
        <p:spPr>
          <a:xfrm>
            <a:off x="2468880" y="2340864"/>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feature/posts</a:t>
            </a:r>
            <a:endParaRPr lang="en-US" sz="1000" dirty="0"/>
          </a:p>
        </p:txBody>
      </p:sp>
      <p:sp>
        <p:nvSpPr>
          <p:cNvPr id="32" name="Shape 27"/>
          <p:cNvSpPr/>
          <p:nvPr/>
        </p:nvSpPr>
        <p:spPr>
          <a:xfrm>
            <a:off x="4023360" y="2340864"/>
            <a:ext cx="1481328" cy="228600"/>
          </a:xfrm>
          <a:prstGeom prst="roundRect">
            <a:avLst>
              <a:gd name="adj" fmla="val 56000"/>
            </a:avLst>
          </a:prstGeom>
          <a:solidFill>
            <a:srgbClr val="2FA4E7"/>
          </a:solidFill>
          <a:ln w="12700">
            <a:solidFill>
              <a:srgbClr val="2FA4E7"/>
            </a:solidFill>
            <a:prstDash val="solid"/>
          </a:ln>
        </p:spPr>
      </p:sp>
      <p:sp>
        <p:nvSpPr>
          <p:cNvPr id="33" name="Text 28"/>
          <p:cNvSpPr txBox="1"/>
          <p:nvPr/>
        </p:nvSpPr>
        <p:spPr>
          <a:xfrm>
            <a:off x="4023360" y="2340864"/>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feature/news</a:t>
            </a:r>
            <a:endParaRPr lang="en-US" sz="1000" dirty="0"/>
          </a:p>
        </p:txBody>
      </p:sp>
      <p:sp>
        <p:nvSpPr>
          <p:cNvPr id="34" name="Kontribusi Reviewer"/>
          <p:cNvSpPr/>
          <p:nvPr/>
        </p:nvSpPr>
        <p:spPr>
          <a:xfrm>
            <a:off x="457200" y="2926080"/>
            <a:ext cx="5074920" cy="822960"/>
          </a:xfrm>
          <a:prstGeom prst="roundRect">
            <a:avLst>
              <a:gd name="adj" fmla="val 13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35" name="Shape 30"/>
          <p:cNvSpPr/>
          <p:nvPr/>
        </p:nvSpPr>
        <p:spPr>
          <a:xfrm>
            <a:off x="566928" y="3017520"/>
            <a:ext cx="640080" cy="640080"/>
          </a:xfrm>
          <a:prstGeom prst="ellipse">
            <a:avLst/>
          </a:prstGeom>
          <a:solidFill>
            <a:srgbClr val="D867B2"/>
          </a:solidFill>
          <a:ln w="12700">
            <a:solidFill>
              <a:srgbClr val="D867B2"/>
            </a:solidFill>
            <a:prstDash val="solid"/>
          </a:ln>
        </p:spPr>
      </p:sp>
      <p:pic>
        <p:nvPicPr>
          <p:cNvPr id="36" name="Image 2" descr="preencoded.png">    </p:cNvPr>
          <p:cNvPicPr>
            <a:picLocks noChangeAspect="1"/>
          </p:cNvPicPr>
          <p:nvPr/>
        </p:nvPicPr>
        <p:blipFill>
          <a:blip r:embed="rId3"/>
          <a:stretch>
            <a:fillRect/>
          </a:stretch>
        </p:blipFill>
        <p:spPr>
          <a:xfrm>
            <a:off x="749808" y="3182112"/>
            <a:ext cx="274320" cy="274320"/>
          </a:xfrm>
          <a:prstGeom prst="rect">
            <a:avLst/>
          </a:prstGeom>
        </p:spPr>
      </p:pic>
      <p:sp>
        <p:nvSpPr>
          <p:cNvPr id="37" name="Text 31"/>
          <p:cNvSpPr txBox="1"/>
          <p:nvPr/>
        </p:nvSpPr>
        <p:spPr>
          <a:xfrm>
            <a:off x="1280160" y="3017520"/>
            <a:ext cx="1143000" cy="32004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Reviewer</a:t>
            </a:r>
            <a:endParaRPr lang="en-US" sz="1300" dirty="0"/>
          </a:p>
        </p:txBody>
      </p:sp>
      <p:sp>
        <p:nvSpPr>
          <p:cNvPr id="38" name="Text 32"/>
          <p:cNvSpPr txBox="1"/>
          <p:nvPr/>
        </p:nvSpPr>
        <p:spPr>
          <a:xfrm>
            <a:off x="1280160" y="3337560"/>
            <a:ext cx="1143000" cy="320040"/>
          </a:xfrm>
          <a:prstGeom prst="rect">
            <a:avLst/>
          </a:prstGeom>
          <a:noFill/>
          <a:ln/>
        </p:spPr>
        <p:txBody>
          <a:bodyPr wrap="square" lIns="0" tIns="0" rIns="0" bIns="0" rtlCol="0" anchor="ctr"/>
          <a:lstStyle/>
          <a:p>
            <a:pPr indent="0" marL="0">
              <a:buNone/>
            </a:pPr>
            <a:r>
              <a:rPr lang="en-US" sz="1100" b="1" dirty="0">
                <a:solidFill>
                  <a:srgbClr val="D867B2"/>
                </a:solidFill>
                <a:latin typeface="Calibri" pitchFamily="34" charset="0"/>
                <a:ea typeface="Calibri" pitchFamily="34" charset="-122"/>
                <a:cs typeface="Calibri" pitchFamily="34" charset="-120"/>
              </a:rPr>
              <a:t>Review PR + 1 branch</a:t>
            </a:r>
            <a:endParaRPr lang="en-US" sz="1100" dirty="0"/>
          </a:p>
        </p:txBody>
      </p:sp>
      <p:sp>
        <p:nvSpPr>
          <p:cNvPr id="39" name="Shape 33"/>
          <p:cNvSpPr/>
          <p:nvPr/>
        </p:nvSpPr>
        <p:spPr>
          <a:xfrm>
            <a:off x="2468880" y="2999232"/>
            <a:ext cx="1481328" cy="228600"/>
          </a:xfrm>
          <a:prstGeom prst="roundRect">
            <a:avLst>
              <a:gd name="adj" fmla="val 56000"/>
            </a:avLst>
          </a:prstGeom>
          <a:solidFill>
            <a:srgbClr val="D867B2"/>
          </a:solidFill>
          <a:ln w="12700">
            <a:solidFill>
              <a:srgbClr val="D867B2"/>
            </a:solidFill>
            <a:prstDash val="solid"/>
          </a:ln>
        </p:spPr>
      </p:sp>
      <p:sp>
        <p:nvSpPr>
          <p:cNvPr id="40" name="Text 34"/>
          <p:cNvSpPr txBox="1"/>
          <p:nvPr/>
        </p:nvSpPr>
        <p:spPr>
          <a:xfrm>
            <a:off x="2468880" y="2999232"/>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Komentar</a:t>
            </a:r>
            <a:endParaRPr lang="en-US" sz="1000" dirty="0"/>
          </a:p>
        </p:txBody>
      </p:sp>
      <p:sp>
        <p:nvSpPr>
          <p:cNvPr id="41" name="Shape 35"/>
          <p:cNvSpPr/>
          <p:nvPr/>
        </p:nvSpPr>
        <p:spPr>
          <a:xfrm>
            <a:off x="4023360" y="2999232"/>
            <a:ext cx="1481328" cy="228600"/>
          </a:xfrm>
          <a:prstGeom prst="roundRect">
            <a:avLst>
              <a:gd name="adj" fmla="val 56000"/>
            </a:avLst>
          </a:prstGeom>
          <a:solidFill>
            <a:srgbClr val="D867B2"/>
          </a:solidFill>
          <a:ln w="12700">
            <a:solidFill>
              <a:srgbClr val="D867B2"/>
            </a:solidFill>
            <a:prstDash val="solid"/>
          </a:ln>
        </p:spPr>
      </p:sp>
      <p:sp>
        <p:nvSpPr>
          <p:cNvPr id="42" name="Text 36"/>
          <p:cNvSpPr txBox="1"/>
          <p:nvPr/>
        </p:nvSpPr>
        <p:spPr>
          <a:xfrm>
            <a:off x="4023360" y="2999232"/>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Minta perbaikan</a:t>
            </a:r>
            <a:endParaRPr lang="en-US" sz="1000" dirty="0"/>
          </a:p>
        </p:txBody>
      </p:sp>
      <p:sp>
        <p:nvSpPr>
          <p:cNvPr id="43" name="Shape 37"/>
          <p:cNvSpPr/>
          <p:nvPr/>
        </p:nvSpPr>
        <p:spPr>
          <a:xfrm>
            <a:off x="2468880" y="3255264"/>
            <a:ext cx="1481328" cy="228600"/>
          </a:xfrm>
          <a:prstGeom prst="roundRect">
            <a:avLst>
              <a:gd name="adj" fmla="val 56000"/>
            </a:avLst>
          </a:prstGeom>
          <a:solidFill>
            <a:srgbClr val="D867B2"/>
          </a:solidFill>
          <a:ln w="12700">
            <a:solidFill>
              <a:srgbClr val="D867B2"/>
            </a:solidFill>
            <a:prstDash val="solid"/>
          </a:ln>
        </p:spPr>
      </p:sp>
      <p:sp>
        <p:nvSpPr>
          <p:cNvPr id="44" name="Text 38"/>
          <p:cNvSpPr txBox="1"/>
          <p:nvPr/>
        </p:nvSpPr>
        <p:spPr>
          <a:xfrm>
            <a:off x="2468880" y="3255264"/>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Approve</a:t>
            </a:r>
            <a:endParaRPr lang="en-US" sz="1000" dirty="0"/>
          </a:p>
        </p:txBody>
      </p:sp>
      <p:sp>
        <p:nvSpPr>
          <p:cNvPr id="45" name="Shape 39"/>
          <p:cNvSpPr/>
          <p:nvPr/>
        </p:nvSpPr>
        <p:spPr>
          <a:xfrm>
            <a:off x="4023360" y="3255264"/>
            <a:ext cx="1481328" cy="228600"/>
          </a:xfrm>
          <a:prstGeom prst="roundRect">
            <a:avLst>
              <a:gd name="adj" fmla="val 56000"/>
            </a:avLst>
          </a:prstGeom>
          <a:solidFill>
            <a:srgbClr val="D867B2"/>
          </a:solidFill>
          <a:ln w="12700">
            <a:solidFill>
              <a:srgbClr val="D867B2"/>
            </a:solidFill>
            <a:prstDash val="solid"/>
          </a:ln>
        </p:spPr>
      </p:sp>
      <p:sp>
        <p:nvSpPr>
          <p:cNvPr id="46" name="Text 40"/>
          <p:cNvSpPr txBox="1"/>
          <p:nvPr/>
        </p:nvSpPr>
        <p:spPr>
          <a:xfrm>
            <a:off x="4023360" y="3255264"/>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docs/review-log</a:t>
            </a:r>
            <a:endParaRPr lang="en-US" sz="1000" dirty="0"/>
          </a:p>
        </p:txBody>
      </p:sp>
      <p:sp>
        <p:nvSpPr>
          <p:cNvPr id="47" name="Kontribusi Dokumentator"/>
          <p:cNvSpPr/>
          <p:nvPr/>
        </p:nvSpPr>
        <p:spPr>
          <a:xfrm>
            <a:off x="457200" y="3840480"/>
            <a:ext cx="5074920" cy="822960"/>
          </a:xfrm>
          <a:prstGeom prst="roundRect">
            <a:avLst>
              <a:gd name="adj" fmla="val 13333"/>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48" name="Shape 42"/>
          <p:cNvSpPr/>
          <p:nvPr/>
        </p:nvSpPr>
        <p:spPr>
          <a:xfrm>
            <a:off x="566928" y="3931920"/>
            <a:ext cx="640080" cy="640080"/>
          </a:xfrm>
          <a:prstGeom prst="ellipse">
            <a:avLst/>
          </a:prstGeom>
          <a:solidFill>
            <a:srgbClr val="E9573F"/>
          </a:solidFill>
          <a:ln w="12700">
            <a:solidFill>
              <a:srgbClr val="E9573F"/>
            </a:solidFill>
            <a:prstDash val="solid"/>
          </a:ln>
        </p:spPr>
      </p:sp>
      <p:pic>
        <p:nvPicPr>
          <p:cNvPr id="49" name="Image 3" descr="preencoded.png">    </p:cNvPr>
          <p:cNvPicPr>
            <a:picLocks noChangeAspect="1"/>
          </p:cNvPicPr>
          <p:nvPr/>
        </p:nvPicPr>
        <p:blipFill>
          <a:blip r:embed="rId4"/>
          <a:stretch>
            <a:fillRect/>
          </a:stretch>
        </p:blipFill>
        <p:spPr>
          <a:xfrm>
            <a:off x="749808" y="4096512"/>
            <a:ext cx="274320" cy="274320"/>
          </a:xfrm>
          <a:prstGeom prst="rect">
            <a:avLst/>
          </a:prstGeom>
        </p:spPr>
      </p:pic>
      <p:sp>
        <p:nvSpPr>
          <p:cNvPr id="50" name="Text 43"/>
          <p:cNvSpPr txBox="1"/>
          <p:nvPr/>
        </p:nvSpPr>
        <p:spPr>
          <a:xfrm>
            <a:off x="1280160" y="3931920"/>
            <a:ext cx="1143000" cy="32004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Dokumentator</a:t>
            </a:r>
            <a:endParaRPr lang="en-US" sz="1300" dirty="0"/>
          </a:p>
        </p:txBody>
      </p:sp>
      <p:sp>
        <p:nvSpPr>
          <p:cNvPr id="51" name="Text 44"/>
          <p:cNvSpPr txBox="1"/>
          <p:nvPr/>
        </p:nvSpPr>
        <p:spPr>
          <a:xfrm>
            <a:off x="1280160" y="4251960"/>
            <a:ext cx="1143000" cy="320040"/>
          </a:xfrm>
          <a:prstGeom prst="rect">
            <a:avLst/>
          </a:prstGeom>
          <a:noFill/>
          <a:ln/>
        </p:spPr>
        <p:txBody>
          <a:bodyPr wrap="square" lIns="0" tIns="0" rIns="0" bIns="0" rtlCol="0" anchor="ctr"/>
          <a:lstStyle/>
          <a:p>
            <a:pPr indent="0" marL="0">
              <a:buNone/>
            </a:pPr>
            <a:r>
              <a:rPr lang="en-US" sz="1100" b="1" dirty="0">
                <a:solidFill>
                  <a:srgbClr val="E9573F"/>
                </a:solidFill>
                <a:latin typeface="Calibri" pitchFamily="34" charset="0"/>
                <a:ea typeface="Calibri" pitchFamily="34" charset="-122"/>
                <a:cs typeface="Calibri" pitchFamily="34" charset="-120"/>
              </a:rPr>
              <a:t>1 branch + 6 dokumen</a:t>
            </a:r>
            <a:endParaRPr lang="en-US" sz="1100" dirty="0"/>
          </a:p>
        </p:txBody>
      </p:sp>
      <p:sp>
        <p:nvSpPr>
          <p:cNvPr id="52" name="Shape 45"/>
          <p:cNvSpPr/>
          <p:nvPr/>
        </p:nvSpPr>
        <p:spPr>
          <a:xfrm>
            <a:off x="2468880" y="3913632"/>
            <a:ext cx="1481328" cy="228600"/>
          </a:xfrm>
          <a:prstGeom prst="roundRect">
            <a:avLst>
              <a:gd name="adj" fmla="val 56000"/>
            </a:avLst>
          </a:prstGeom>
          <a:solidFill>
            <a:srgbClr val="E9573F"/>
          </a:solidFill>
          <a:ln w="12700">
            <a:solidFill>
              <a:srgbClr val="E9573F"/>
            </a:solidFill>
            <a:prstDash val="solid"/>
          </a:ln>
        </p:spPr>
      </p:sp>
      <p:sp>
        <p:nvSpPr>
          <p:cNvPr id="53" name="Text 46"/>
          <p:cNvSpPr txBox="1"/>
          <p:nvPr/>
        </p:nvSpPr>
        <p:spPr>
          <a:xfrm>
            <a:off x="2468880" y="3913632"/>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docs/readme</a:t>
            </a:r>
            <a:endParaRPr lang="en-US" sz="1000" dirty="0"/>
          </a:p>
        </p:txBody>
      </p:sp>
      <p:sp>
        <p:nvSpPr>
          <p:cNvPr id="54" name="Shape 47"/>
          <p:cNvSpPr/>
          <p:nvPr/>
        </p:nvSpPr>
        <p:spPr>
          <a:xfrm>
            <a:off x="4023360" y="3913632"/>
            <a:ext cx="1481328" cy="228600"/>
          </a:xfrm>
          <a:prstGeom prst="roundRect">
            <a:avLst>
              <a:gd name="adj" fmla="val 56000"/>
            </a:avLst>
          </a:prstGeom>
          <a:solidFill>
            <a:srgbClr val="E9573F"/>
          </a:solidFill>
          <a:ln w="12700">
            <a:solidFill>
              <a:srgbClr val="E9573F"/>
            </a:solidFill>
            <a:prstDash val="solid"/>
          </a:ln>
        </p:spPr>
      </p:sp>
      <p:sp>
        <p:nvSpPr>
          <p:cNvPr id="55" name="Text 48"/>
          <p:cNvSpPr txBox="1"/>
          <p:nvPr/>
        </p:nvSpPr>
        <p:spPr>
          <a:xfrm>
            <a:off x="4023360" y="3913632"/>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README.md</a:t>
            </a:r>
            <a:endParaRPr lang="en-US" sz="1000" dirty="0"/>
          </a:p>
        </p:txBody>
      </p:sp>
      <p:sp>
        <p:nvSpPr>
          <p:cNvPr id="56" name="Shape 49"/>
          <p:cNvSpPr/>
          <p:nvPr/>
        </p:nvSpPr>
        <p:spPr>
          <a:xfrm>
            <a:off x="2468880" y="4169664"/>
            <a:ext cx="1481328" cy="228600"/>
          </a:xfrm>
          <a:prstGeom prst="roundRect">
            <a:avLst>
              <a:gd name="adj" fmla="val 56000"/>
            </a:avLst>
          </a:prstGeom>
          <a:solidFill>
            <a:srgbClr val="E9573F"/>
          </a:solidFill>
          <a:ln w="12700">
            <a:solidFill>
              <a:srgbClr val="E9573F"/>
            </a:solidFill>
            <a:prstDash val="solid"/>
          </a:ln>
        </p:spPr>
      </p:sp>
      <p:sp>
        <p:nvSpPr>
          <p:cNvPr id="57" name="Text 50"/>
          <p:cNvSpPr txBox="1"/>
          <p:nvPr/>
        </p:nvSpPr>
        <p:spPr>
          <a:xfrm>
            <a:off x="2468880" y="4169664"/>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 file PPTX</a:t>
            </a:r>
            <a:endParaRPr lang="en-US" sz="1000" dirty="0"/>
          </a:p>
        </p:txBody>
      </p:sp>
      <p:sp>
        <p:nvSpPr>
          <p:cNvPr id="58" name="Shape 51"/>
          <p:cNvSpPr/>
          <p:nvPr/>
        </p:nvSpPr>
        <p:spPr>
          <a:xfrm>
            <a:off x="4023360" y="4169664"/>
            <a:ext cx="1481328" cy="228600"/>
          </a:xfrm>
          <a:prstGeom prst="roundRect">
            <a:avLst>
              <a:gd name="adj" fmla="val 56000"/>
            </a:avLst>
          </a:prstGeom>
          <a:solidFill>
            <a:srgbClr val="E9573F"/>
          </a:solidFill>
          <a:ln w="12700">
            <a:solidFill>
              <a:srgbClr val="E9573F"/>
            </a:solidFill>
            <a:prstDash val="solid"/>
          </a:ln>
        </p:spPr>
      </p:sp>
      <p:sp>
        <p:nvSpPr>
          <p:cNvPr id="59" name="Text 52"/>
          <p:cNvSpPr txBox="1"/>
          <p:nvPr/>
        </p:nvSpPr>
        <p:spPr>
          <a:xfrm>
            <a:off x="4023360" y="4169664"/>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Naskah presenter</a:t>
            </a:r>
            <a:endParaRPr lang="en-US" sz="1000" dirty="0"/>
          </a:p>
        </p:txBody>
      </p:sp>
      <p:sp>
        <p:nvSpPr>
          <p:cNvPr id="60" name="Shape 53"/>
          <p:cNvSpPr/>
          <p:nvPr/>
        </p:nvSpPr>
        <p:spPr>
          <a:xfrm>
            <a:off x="2468880" y="4425696"/>
            <a:ext cx="1481328" cy="228600"/>
          </a:xfrm>
          <a:prstGeom prst="roundRect">
            <a:avLst>
              <a:gd name="adj" fmla="val 56000"/>
            </a:avLst>
          </a:prstGeom>
          <a:solidFill>
            <a:srgbClr val="E9573F"/>
          </a:solidFill>
          <a:ln w="12700">
            <a:solidFill>
              <a:srgbClr val="E9573F"/>
            </a:solidFill>
            <a:prstDash val="solid"/>
          </a:ln>
        </p:spPr>
      </p:sp>
      <p:sp>
        <p:nvSpPr>
          <p:cNvPr id="61" name="Text 54"/>
          <p:cNvSpPr txBox="1"/>
          <p:nvPr/>
        </p:nvSpPr>
        <p:spPr>
          <a:xfrm>
            <a:off x="2468880" y="4425696"/>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Profil bisnis</a:t>
            </a:r>
            <a:endParaRPr lang="en-US" sz="1000" dirty="0"/>
          </a:p>
        </p:txBody>
      </p:sp>
      <p:sp>
        <p:nvSpPr>
          <p:cNvPr id="62" name="Shape 55"/>
          <p:cNvSpPr/>
          <p:nvPr/>
        </p:nvSpPr>
        <p:spPr>
          <a:xfrm>
            <a:off x="4023360" y="4425696"/>
            <a:ext cx="1481328" cy="228600"/>
          </a:xfrm>
          <a:prstGeom prst="roundRect">
            <a:avLst>
              <a:gd name="adj" fmla="val 56000"/>
            </a:avLst>
          </a:prstGeom>
          <a:solidFill>
            <a:srgbClr val="E9573F"/>
          </a:solidFill>
          <a:ln w="12700">
            <a:solidFill>
              <a:srgbClr val="E9573F"/>
            </a:solidFill>
            <a:prstDash val="solid"/>
          </a:ln>
        </p:spPr>
      </p:sp>
      <p:sp>
        <p:nvSpPr>
          <p:cNvPr id="63" name="Text 56"/>
          <p:cNvSpPr txBox="1"/>
          <p:nvPr/>
        </p:nvSpPr>
        <p:spPr>
          <a:xfrm>
            <a:off x="4023360" y="4425696"/>
            <a:ext cx="1481328" cy="2286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Screenshot situs</a:t>
            </a:r>
            <a:endParaRPr lang="en-US" sz="1000" dirty="0"/>
          </a:p>
        </p:txBody>
      </p:sp>
      <p:sp>
        <p:nvSpPr>
          <p:cNvPr id="64" name="Placeholder screenshot"/>
          <p:cNvSpPr/>
          <p:nvPr/>
        </p:nvSpPr>
        <p:spPr>
          <a:xfrm>
            <a:off x="5760720" y="1097280"/>
            <a:ext cx="2926080" cy="3566160"/>
          </a:xfrm>
          <a:prstGeom prst="roundRect">
            <a:avLst>
              <a:gd name="adj" fmla="val 3750"/>
            </a:avLst>
          </a:prstGeom>
          <a:solidFill>
            <a:srgbClr val="EFEFEF"/>
          </a:solidFill>
          <a:ln w="19050">
            <a:solidFill>
              <a:srgbClr val="9A9A9A"/>
            </a:solidFill>
            <a:prstDash val="dash"/>
          </a:ln>
        </p:spPr>
      </p:sp>
      <p:pic>
        <p:nvPicPr>
          <p:cNvPr id="65" name="Image 4" descr="preencoded.png">    </p:cNvPr>
          <p:cNvPicPr>
            <a:picLocks noChangeAspect="1"/>
          </p:cNvPicPr>
          <p:nvPr/>
        </p:nvPicPr>
        <p:blipFill>
          <a:blip r:embed="rId5"/>
          <a:stretch>
            <a:fillRect/>
          </a:stretch>
        </p:blipFill>
        <p:spPr>
          <a:xfrm>
            <a:off x="6995160" y="2202790"/>
            <a:ext cx="457200" cy="411480"/>
          </a:xfrm>
          <a:prstGeom prst="rect">
            <a:avLst/>
          </a:prstGeom>
        </p:spPr>
      </p:pic>
      <p:sp>
        <p:nvSpPr>
          <p:cNvPr id="66" name="Text 58"/>
          <p:cNvSpPr txBox="1"/>
          <p:nvPr/>
        </p:nvSpPr>
        <p:spPr>
          <a:xfrm>
            <a:off x="5897880" y="2705710"/>
            <a:ext cx="2651760" cy="1866290"/>
          </a:xfrm>
          <a:prstGeom prst="rect">
            <a:avLst/>
          </a:prstGeom>
          <a:noFill/>
          <a:ln/>
        </p:spPr>
        <p:txBody>
          <a:bodyPr wrap="square" lIns="0" tIns="0" rIns="0" bIns="0" rtlCol="0" anchor="t"/>
          <a:lstStyle/>
          <a:p>
            <a:pPr algn="ctr" indent="0" marL="0">
              <a:buNone/>
            </a:pPr>
            <a:r>
              <a:rPr lang="en-US" sz="1100" b="1" dirty="0">
                <a:solidFill>
                  <a:srgbClr val="0F7F6A"/>
                </a:solidFill>
                <a:latin typeface="Calibri" pitchFamily="34" charset="0"/>
                <a:ea typeface="Calibri" pitchFamily="34" charset="-122"/>
                <a:cs typeface="Calibri" pitchFamily="34" charset="-120"/>
              </a:rPr>
              <a:t>SCREENSHOT: </a:t>
            </a:r>
            <a:pPr algn="ctr" indent="0" marL="0">
              <a:buNone/>
            </a:pPr>
            <a:r>
              <a:rPr lang="en-US" sz="1100" dirty="0">
                <a:solidFill>
                  <a:srgbClr val="333333"/>
                </a:solidFill>
                <a:latin typeface="Calibri" pitchFamily="34" charset="0"/>
                <a:ea typeface="Calibri" pitchFamily="34" charset="-122"/>
                <a:cs typeface="Calibri" pitchFamily="34" charset="-120"/>
              </a:rPr>
              <a:t>Pull Request dari fork ke Borayaa/JendEdu — komentar Reviewer + tombol Approve</a:t>
            </a:r>
            <a:endParaRPr lang="en-US" sz="1100" dirty="0"/>
          </a:p>
        </p:txBody>
      </p:sp>
      <p:sp>
        <p:nvSpPr>
          <p:cNvPr id="67"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Tampilan Website</a:t>
            </a:r>
            <a:endParaRPr lang="en-US" sz="3000" dirty="0"/>
          </a:p>
        </p:txBody>
      </p:sp>
      <p:sp>
        <p:nvSpPr>
          <p:cNvPr id="4" name="Placeholder screenshot"/>
          <p:cNvSpPr/>
          <p:nvPr/>
        </p:nvSpPr>
        <p:spPr>
          <a:xfrm>
            <a:off x="457200" y="1097280"/>
            <a:ext cx="4937760" cy="3566160"/>
          </a:xfrm>
          <a:prstGeom prst="roundRect">
            <a:avLst>
              <a:gd name="adj" fmla="val 3077"/>
            </a:avLst>
          </a:prstGeom>
          <a:solidFill>
            <a:srgbClr val="EFEFEF"/>
          </a:solidFill>
          <a:ln w="19050">
            <a:solidFill>
              <a:srgbClr val="9A9A9A"/>
            </a:solidFill>
            <a:prstDash val="dash"/>
          </a:ln>
        </p:spPr>
      </p:sp>
      <p:pic>
        <p:nvPicPr>
          <p:cNvPr id="5" name="Image 0" descr="preencoded.png">    </p:cNvPr>
          <p:cNvPicPr>
            <a:picLocks noChangeAspect="1"/>
          </p:cNvPicPr>
          <p:nvPr/>
        </p:nvPicPr>
        <p:blipFill>
          <a:blip r:embed="rId1"/>
          <a:stretch>
            <a:fillRect/>
          </a:stretch>
        </p:blipFill>
        <p:spPr>
          <a:xfrm>
            <a:off x="2697480" y="2202790"/>
            <a:ext cx="457200" cy="411480"/>
          </a:xfrm>
          <a:prstGeom prst="rect">
            <a:avLst/>
          </a:prstGeom>
        </p:spPr>
      </p:pic>
      <p:sp>
        <p:nvSpPr>
          <p:cNvPr id="6" name="Text 2"/>
          <p:cNvSpPr txBox="1"/>
          <p:nvPr/>
        </p:nvSpPr>
        <p:spPr>
          <a:xfrm>
            <a:off x="594360" y="2705710"/>
            <a:ext cx="4663440" cy="1866290"/>
          </a:xfrm>
          <a:prstGeom prst="rect">
            <a:avLst/>
          </a:prstGeom>
          <a:noFill/>
          <a:ln/>
        </p:spPr>
        <p:txBody>
          <a:bodyPr wrap="square" lIns="0" tIns="0" rIns="0" bIns="0" rtlCol="0" anchor="t"/>
          <a:lstStyle/>
          <a:p>
            <a:pPr algn="ctr" indent="0" marL="0">
              <a:buNone/>
            </a:pPr>
            <a:r>
              <a:rPr lang="en-US" sz="1100" b="1" dirty="0">
                <a:solidFill>
                  <a:srgbClr val="0F7F6A"/>
                </a:solidFill>
                <a:latin typeface="Calibri" pitchFamily="34" charset="0"/>
                <a:ea typeface="Calibri" pitchFamily="34" charset="-122"/>
                <a:cs typeface="Calibri" pitchFamily="34" charset="-120"/>
              </a:rPr>
              <a:t>SCREENSHOT: </a:t>
            </a:r>
            <a:pPr algn="ctr" indent="0" marL="0">
              <a:buNone/>
            </a:pPr>
            <a:r>
              <a:rPr lang="en-US" sz="1100" dirty="0">
                <a:solidFill>
                  <a:srgbClr val="333333"/>
                </a:solidFill>
                <a:latin typeface="Calibri" pitchFamily="34" charset="0"/>
                <a:ea typeface="Calibri" pitchFamily="34" charset="-122"/>
                <a:cs typeface="Calibri" pitchFamily="34" charset="-120"/>
              </a:rPr>
              <a:t>Halaman Beranda (index.html) — tampilkan slider + bagian "Kursus Unggulan Kami", lebar layar penuh</a:t>
            </a:r>
            <a:endParaRPr lang="en-US" sz="1100" dirty="0"/>
          </a:p>
        </p:txBody>
      </p:sp>
      <p:sp>
        <p:nvSpPr>
          <p:cNvPr id="7" name="Placeholder screenshot"/>
          <p:cNvSpPr/>
          <p:nvPr/>
        </p:nvSpPr>
        <p:spPr>
          <a:xfrm>
            <a:off x="5577840" y="1097280"/>
            <a:ext cx="3108960" cy="1691640"/>
          </a:xfrm>
          <a:prstGeom prst="roundRect">
            <a:avLst>
              <a:gd name="adj" fmla="val 6486"/>
            </a:avLst>
          </a:prstGeom>
          <a:solidFill>
            <a:srgbClr val="EFEFEF"/>
          </a:solidFill>
          <a:ln w="19050">
            <a:solidFill>
              <a:srgbClr val="9A9A9A"/>
            </a:solidFill>
            <a:prstDash val="dash"/>
          </a:ln>
        </p:spPr>
      </p:sp>
      <p:pic>
        <p:nvPicPr>
          <p:cNvPr id="8" name="Image 1" descr="preencoded.png">    </p:cNvPr>
          <p:cNvPicPr>
            <a:picLocks noChangeAspect="1"/>
          </p:cNvPicPr>
          <p:nvPr/>
        </p:nvPicPr>
        <p:blipFill>
          <a:blip r:embed="rId2"/>
          <a:stretch>
            <a:fillRect/>
          </a:stretch>
        </p:blipFill>
        <p:spPr>
          <a:xfrm>
            <a:off x="6920865" y="1232611"/>
            <a:ext cx="422910" cy="380619"/>
          </a:xfrm>
          <a:prstGeom prst="rect">
            <a:avLst/>
          </a:prstGeom>
        </p:spPr>
      </p:pic>
      <p:sp>
        <p:nvSpPr>
          <p:cNvPr id="9" name="Text 4"/>
          <p:cNvSpPr txBox="1"/>
          <p:nvPr/>
        </p:nvSpPr>
        <p:spPr>
          <a:xfrm>
            <a:off x="5715000" y="1701241"/>
            <a:ext cx="2834640" cy="996239"/>
          </a:xfrm>
          <a:prstGeom prst="rect">
            <a:avLst/>
          </a:prstGeom>
          <a:noFill/>
          <a:ln/>
        </p:spPr>
        <p:txBody>
          <a:bodyPr wrap="square" lIns="0" tIns="0" rIns="0" bIns="0" rtlCol="0" anchor="t"/>
          <a:lstStyle/>
          <a:p>
            <a:pPr algn="ctr" indent="0" marL="0">
              <a:buNone/>
            </a:pPr>
            <a:r>
              <a:rPr lang="en-US" sz="1100" b="1" dirty="0">
                <a:solidFill>
                  <a:srgbClr val="0F7F6A"/>
                </a:solidFill>
                <a:latin typeface="Calibri" pitchFamily="34" charset="0"/>
                <a:ea typeface="Calibri" pitchFamily="34" charset="-122"/>
                <a:cs typeface="Calibri" pitchFamily="34" charset="-120"/>
              </a:rPr>
              <a:t>SCREENSHOT: </a:t>
            </a:r>
            <a:pPr algn="ctr" indent="0" marL="0">
              <a:buNone/>
            </a:pPr>
            <a:r>
              <a:rPr lang="en-US" sz="1100" dirty="0">
                <a:solidFill>
                  <a:srgbClr val="333333"/>
                </a:solidFill>
                <a:latin typeface="Calibri" pitchFamily="34" charset="0"/>
                <a:ea typeface="Calibri" pitchFamily="34" charset="-122"/>
                <a:cs typeface="Calibri" pitchFamily="34" charset="-120"/>
              </a:rPr>
              <a:t>Halaman Harga — 4 kartu paket</a:t>
            </a:r>
            <a:endParaRPr lang="en-US" sz="1100" dirty="0"/>
          </a:p>
        </p:txBody>
      </p:sp>
      <p:sp>
        <p:nvSpPr>
          <p:cNvPr id="10" name="Placeholder screenshot"/>
          <p:cNvSpPr/>
          <p:nvPr/>
        </p:nvSpPr>
        <p:spPr>
          <a:xfrm>
            <a:off x="5577840" y="2971800"/>
            <a:ext cx="3108960" cy="1691640"/>
          </a:xfrm>
          <a:prstGeom prst="roundRect">
            <a:avLst>
              <a:gd name="adj" fmla="val 6486"/>
            </a:avLst>
          </a:prstGeom>
          <a:solidFill>
            <a:srgbClr val="EFEFEF"/>
          </a:solidFill>
          <a:ln w="19050">
            <a:solidFill>
              <a:srgbClr val="9A9A9A"/>
            </a:solidFill>
            <a:prstDash val="dash"/>
          </a:ln>
        </p:spPr>
      </p:sp>
      <p:pic>
        <p:nvPicPr>
          <p:cNvPr id="11" name="Image 2" descr="preencoded.png">    </p:cNvPr>
          <p:cNvPicPr>
            <a:picLocks noChangeAspect="1"/>
          </p:cNvPicPr>
          <p:nvPr/>
        </p:nvPicPr>
        <p:blipFill>
          <a:blip r:embed="rId3"/>
          <a:stretch>
            <a:fillRect/>
          </a:stretch>
        </p:blipFill>
        <p:spPr>
          <a:xfrm>
            <a:off x="6920865" y="3107131"/>
            <a:ext cx="422910" cy="380619"/>
          </a:xfrm>
          <a:prstGeom prst="rect">
            <a:avLst/>
          </a:prstGeom>
        </p:spPr>
      </p:pic>
      <p:sp>
        <p:nvSpPr>
          <p:cNvPr id="12" name="Text 6"/>
          <p:cNvSpPr txBox="1"/>
          <p:nvPr/>
        </p:nvSpPr>
        <p:spPr>
          <a:xfrm>
            <a:off x="5715000" y="3575761"/>
            <a:ext cx="2834640" cy="996239"/>
          </a:xfrm>
          <a:prstGeom prst="rect">
            <a:avLst/>
          </a:prstGeom>
          <a:noFill/>
          <a:ln/>
        </p:spPr>
        <p:txBody>
          <a:bodyPr wrap="square" lIns="0" tIns="0" rIns="0" bIns="0" rtlCol="0" anchor="t"/>
          <a:lstStyle/>
          <a:p>
            <a:pPr algn="ctr" indent="0" marL="0">
              <a:buNone/>
            </a:pPr>
            <a:r>
              <a:rPr lang="en-US" sz="1100" b="1" dirty="0">
                <a:solidFill>
                  <a:srgbClr val="0F7F6A"/>
                </a:solidFill>
                <a:latin typeface="Calibri" pitchFamily="34" charset="0"/>
                <a:ea typeface="Calibri" pitchFamily="34" charset="-122"/>
                <a:cs typeface="Calibri" pitchFamily="34" charset="-120"/>
              </a:rPr>
              <a:t>SCREENSHOT: </a:t>
            </a:r>
            <a:pPr algn="ctr" indent="0" marL="0">
              <a:buNone/>
            </a:pPr>
            <a:r>
              <a:rPr lang="en-US" sz="1100" dirty="0">
                <a:solidFill>
                  <a:srgbClr val="333333"/>
                </a:solidFill>
                <a:latin typeface="Calibri" pitchFamily="34" charset="0"/>
                <a:ea typeface="Calibri" pitchFamily="34" charset="-122"/>
                <a:cs typeface="Calibri" pitchFamily="34" charset="-120"/>
              </a:rPr>
              <a:t>Tampilan mobile (lebar 375px)</a:t>
            </a:r>
            <a:endParaRPr lang="en-US" sz="1100" dirty="0"/>
          </a:p>
        </p:txBody>
      </p:sp>
      <p:sp>
        <p:nvSpPr>
          <p:cNvPr id="1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3000" b="1" dirty="0">
                <a:solidFill>
                  <a:srgbClr val="0F7F6A"/>
                </a:solidFill>
                <a:latin typeface="Calibri" pitchFamily="34" charset="0"/>
                <a:ea typeface="Calibri" pitchFamily="34" charset="-122"/>
                <a:cs typeface="Calibri" pitchFamily="34" charset="-120"/>
              </a:rPr>
              <a:t>Tantangan &amp; Pelajaran</a:t>
            </a:r>
            <a:endParaRPr lang="en-US" sz="3000" dirty="0"/>
          </a:p>
        </p:txBody>
      </p:sp>
      <p:sp>
        <p:nvSpPr>
          <p:cNvPr id="4" name="Shape 1"/>
          <p:cNvSpPr/>
          <p:nvPr/>
        </p:nvSpPr>
        <p:spPr>
          <a:xfrm>
            <a:off x="457200" y="1005840"/>
            <a:ext cx="3749040" cy="256032"/>
          </a:xfrm>
          <a:prstGeom prst="roundRect">
            <a:avLst>
              <a:gd name="adj" fmla="val 50000"/>
            </a:avLst>
          </a:prstGeom>
          <a:solidFill>
            <a:srgbClr val="E9573F"/>
          </a:solidFill>
          <a:ln w="12700">
            <a:solidFill>
              <a:srgbClr val="E9573F"/>
            </a:solidFill>
            <a:prstDash val="solid"/>
          </a:ln>
        </p:spPr>
      </p:sp>
      <p:sp>
        <p:nvSpPr>
          <p:cNvPr id="5" name="Text 2"/>
          <p:cNvSpPr txBox="1"/>
          <p:nvPr/>
        </p:nvSpPr>
        <p:spPr>
          <a:xfrm>
            <a:off x="457200" y="1005840"/>
            <a:ext cx="37490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TANTANGAN</a:t>
            </a:r>
            <a:endParaRPr lang="en-US" sz="1100" dirty="0"/>
          </a:p>
        </p:txBody>
      </p:sp>
      <p:sp>
        <p:nvSpPr>
          <p:cNvPr id="6" name="Shape 3"/>
          <p:cNvSpPr/>
          <p:nvPr/>
        </p:nvSpPr>
        <p:spPr>
          <a:xfrm>
            <a:off x="4937760" y="1005840"/>
            <a:ext cx="3749040" cy="256032"/>
          </a:xfrm>
          <a:prstGeom prst="roundRect">
            <a:avLst>
              <a:gd name="adj" fmla="val 50000"/>
            </a:avLst>
          </a:prstGeom>
          <a:solidFill>
            <a:srgbClr val="61B331"/>
          </a:solidFill>
          <a:ln w="12700">
            <a:solidFill>
              <a:srgbClr val="61B331"/>
            </a:solidFill>
            <a:prstDash val="solid"/>
          </a:ln>
        </p:spPr>
      </p:sp>
      <p:sp>
        <p:nvSpPr>
          <p:cNvPr id="7" name="Text 4"/>
          <p:cNvSpPr txBox="1"/>
          <p:nvPr/>
        </p:nvSpPr>
        <p:spPr>
          <a:xfrm>
            <a:off x="4937760" y="1005840"/>
            <a:ext cx="374904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PELAJARAN</a:t>
            </a:r>
            <a:endParaRPr lang="en-US" sz="1100" dirty="0"/>
          </a:p>
        </p:txBody>
      </p:sp>
      <p:sp>
        <p:nvSpPr>
          <p:cNvPr id="8" name="Tantangan 1"/>
          <p:cNvSpPr/>
          <p:nvPr/>
        </p:nvSpPr>
        <p:spPr>
          <a:xfrm>
            <a:off x="457200" y="1417320"/>
            <a:ext cx="3749040" cy="914400"/>
          </a:xfrm>
          <a:prstGeom prst="roundRect">
            <a:avLst>
              <a:gd name="adj" fmla="val 12000"/>
            </a:avLst>
          </a:prstGeom>
          <a:solidFill>
            <a:srgbClr val="FDEBE8"/>
          </a:solidFill>
          <a:ln w="12700">
            <a:solidFill>
              <a:srgbClr val="FDEBE8"/>
            </a:solidFill>
            <a:prstDash val="solid"/>
          </a:ln>
        </p:spPr>
      </p:sp>
      <p:sp>
        <p:nvSpPr>
          <p:cNvPr id="9" name="Shape 6"/>
          <p:cNvSpPr/>
          <p:nvPr/>
        </p:nvSpPr>
        <p:spPr>
          <a:xfrm>
            <a:off x="594360" y="1618488"/>
            <a:ext cx="512064" cy="512064"/>
          </a:xfrm>
          <a:prstGeom prst="ellipse">
            <a:avLst/>
          </a:prstGeom>
          <a:solidFill>
            <a:srgbClr val="E9573F"/>
          </a:solidFill>
          <a:ln w="12700">
            <a:solidFill>
              <a:srgbClr val="E9573F"/>
            </a:solidFill>
            <a:prstDash val="solid"/>
          </a:ln>
        </p:spPr>
      </p:sp>
      <p:pic>
        <p:nvPicPr>
          <p:cNvPr id="10" name="Image 0" descr="preencoded.png">    </p:cNvPr>
          <p:cNvPicPr>
            <a:picLocks noChangeAspect="1"/>
          </p:cNvPicPr>
          <p:nvPr/>
        </p:nvPicPr>
        <p:blipFill>
          <a:blip r:embed="rId1"/>
          <a:stretch>
            <a:fillRect/>
          </a:stretch>
        </p:blipFill>
        <p:spPr>
          <a:xfrm>
            <a:off x="722376" y="1746504"/>
            <a:ext cx="256032" cy="256032"/>
          </a:xfrm>
          <a:prstGeom prst="rect">
            <a:avLst/>
          </a:prstGeom>
        </p:spPr>
      </p:pic>
      <p:sp>
        <p:nvSpPr>
          <p:cNvPr id="11" name="Text 7"/>
          <p:cNvSpPr txBox="1"/>
          <p:nvPr/>
        </p:nvSpPr>
        <p:spPr>
          <a:xfrm>
            <a:off x="1234440" y="1463040"/>
            <a:ext cx="2880360" cy="82296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Belajar Git, fork &amp; Pull Request</a:t>
            </a:r>
            <a:endParaRPr lang="en-US" sz="1300" dirty="0"/>
          </a:p>
        </p:txBody>
      </p:sp>
      <p:sp>
        <p:nvSpPr>
          <p:cNvPr id="12" name="Shape 8"/>
          <p:cNvSpPr/>
          <p:nvPr/>
        </p:nvSpPr>
        <p:spPr>
          <a:xfrm>
            <a:off x="4279392" y="1874520"/>
            <a:ext cx="585216" cy="0"/>
          </a:xfrm>
          <a:prstGeom prst="line">
            <a:avLst/>
          </a:prstGeom>
          <a:noFill/>
          <a:ln w="31750">
            <a:solidFill>
              <a:srgbClr val="6B6B6B"/>
            </a:solidFill>
            <a:prstDash val="solid"/>
            <a:tailEnd type="triangle"/>
          </a:ln>
        </p:spPr>
      </p:sp>
      <p:sp>
        <p:nvSpPr>
          <p:cNvPr id="13" name="Pelajaran 1"/>
          <p:cNvSpPr/>
          <p:nvPr/>
        </p:nvSpPr>
        <p:spPr>
          <a:xfrm>
            <a:off x="4937760" y="1417320"/>
            <a:ext cx="3749040" cy="914400"/>
          </a:xfrm>
          <a:prstGeom prst="roundRect">
            <a:avLst>
              <a:gd name="adj" fmla="val 12000"/>
            </a:avLst>
          </a:prstGeom>
          <a:solidFill>
            <a:srgbClr val="E3F5F1"/>
          </a:solidFill>
          <a:ln w="12700">
            <a:solidFill>
              <a:srgbClr val="E3F5F1"/>
            </a:solidFill>
            <a:prstDash val="solid"/>
          </a:ln>
        </p:spPr>
      </p:sp>
      <p:sp>
        <p:nvSpPr>
          <p:cNvPr id="14" name="Shape 10"/>
          <p:cNvSpPr/>
          <p:nvPr/>
        </p:nvSpPr>
        <p:spPr>
          <a:xfrm>
            <a:off x="5074920" y="1618488"/>
            <a:ext cx="512064" cy="512064"/>
          </a:xfrm>
          <a:prstGeom prst="ellipse">
            <a:avLst/>
          </a:prstGeom>
          <a:solidFill>
            <a:srgbClr val="61B331"/>
          </a:solidFill>
          <a:ln w="12700">
            <a:solidFill>
              <a:srgbClr val="61B331"/>
            </a:solidFill>
            <a:prstDash val="solid"/>
          </a:ln>
        </p:spPr>
      </p:sp>
      <p:pic>
        <p:nvPicPr>
          <p:cNvPr id="15" name="Image 1" descr="preencoded.png">    </p:cNvPr>
          <p:cNvPicPr>
            <a:picLocks noChangeAspect="1"/>
          </p:cNvPicPr>
          <p:nvPr/>
        </p:nvPicPr>
        <p:blipFill>
          <a:blip r:embed="rId2"/>
          <a:stretch>
            <a:fillRect/>
          </a:stretch>
        </p:blipFill>
        <p:spPr>
          <a:xfrm>
            <a:off x="5202936" y="1746504"/>
            <a:ext cx="256032" cy="256032"/>
          </a:xfrm>
          <a:prstGeom prst="rect">
            <a:avLst/>
          </a:prstGeom>
        </p:spPr>
      </p:pic>
      <p:sp>
        <p:nvSpPr>
          <p:cNvPr id="16" name="Text 11"/>
          <p:cNvSpPr txBox="1"/>
          <p:nvPr/>
        </p:nvSpPr>
        <p:spPr>
          <a:xfrm>
            <a:off x="5715000" y="1463040"/>
            <a:ext cx="2880360" cy="82296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Kerja tim tertib: tidak ada push langsung ke main</a:t>
            </a:r>
            <a:endParaRPr lang="en-US" sz="1300" dirty="0"/>
          </a:p>
        </p:txBody>
      </p:sp>
      <p:sp>
        <p:nvSpPr>
          <p:cNvPr id="17" name="Tantangan 2"/>
          <p:cNvSpPr/>
          <p:nvPr/>
        </p:nvSpPr>
        <p:spPr>
          <a:xfrm>
            <a:off x="457200" y="2496312"/>
            <a:ext cx="3749040" cy="914400"/>
          </a:xfrm>
          <a:prstGeom prst="roundRect">
            <a:avLst>
              <a:gd name="adj" fmla="val 12000"/>
            </a:avLst>
          </a:prstGeom>
          <a:solidFill>
            <a:srgbClr val="FDEBE8"/>
          </a:solidFill>
          <a:ln w="12700">
            <a:solidFill>
              <a:srgbClr val="FDEBE8"/>
            </a:solidFill>
            <a:prstDash val="solid"/>
          </a:ln>
        </p:spPr>
      </p:sp>
      <p:sp>
        <p:nvSpPr>
          <p:cNvPr id="18" name="Shape 13"/>
          <p:cNvSpPr/>
          <p:nvPr/>
        </p:nvSpPr>
        <p:spPr>
          <a:xfrm>
            <a:off x="594360" y="2697480"/>
            <a:ext cx="512064" cy="512064"/>
          </a:xfrm>
          <a:prstGeom prst="ellipse">
            <a:avLst/>
          </a:prstGeom>
          <a:solidFill>
            <a:srgbClr val="E9573F"/>
          </a:solidFill>
          <a:ln w="12700">
            <a:solidFill>
              <a:srgbClr val="E9573F"/>
            </a:solidFill>
            <a:prstDash val="solid"/>
          </a:ln>
        </p:spPr>
      </p:sp>
      <p:pic>
        <p:nvPicPr>
          <p:cNvPr id="19" name="Image 2" descr="preencoded.png">    </p:cNvPr>
          <p:cNvPicPr>
            <a:picLocks noChangeAspect="1"/>
          </p:cNvPicPr>
          <p:nvPr/>
        </p:nvPicPr>
        <p:blipFill>
          <a:blip r:embed="rId3"/>
          <a:stretch>
            <a:fillRect/>
          </a:stretch>
        </p:blipFill>
        <p:spPr>
          <a:xfrm>
            <a:off x="722376" y="2825496"/>
            <a:ext cx="256032" cy="256032"/>
          </a:xfrm>
          <a:prstGeom prst="rect">
            <a:avLst/>
          </a:prstGeom>
        </p:spPr>
      </p:pic>
      <p:sp>
        <p:nvSpPr>
          <p:cNvPr id="20" name="Text 14"/>
          <p:cNvSpPr txBox="1"/>
          <p:nvPr/>
        </p:nvSpPr>
        <p:spPr>
          <a:xfrm>
            <a:off x="1234440" y="2542032"/>
            <a:ext cx="2880360" cy="82296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Menjaga navbar &amp; footer tetap konsisten</a:t>
            </a:r>
            <a:endParaRPr lang="en-US" sz="1300" dirty="0"/>
          </a:p>
        </p:txBody>
      </p:sp>
      <p:sp>
        <p:nvSpPr>
          <p:cNvPr id="21" name="Shape 15"/>
          <p:cNvSpPr/>
          <p:nvPr/>
        </p:nvSpPr>
        <p:spPr>
          <a:xfrm>
            <a:off x="4279392" y="2953512"/>
            <a:ext cx="585216" cy="0"/>
          </a:xfrm>
          <a:prstGeom prst="line">
            <a:avLst/>
          </a:prstGeom>
          <a:noFill/>
          <a:ln w="31750">
            <a:solidFill>
              <a:srgbClr val="6B6B6B"/>
            </a:solidFill>
            <a:prstDash val="solid"/>
            <a:tailEnd type="triangle"/>
          </a:ln>
        </p:spPr>
      </p:sp>
      <p:sp>
        <p:nvSpPr>
          <p:cNvPr id="22" name="Pelajaran 2"/>
          <p:cNvSpPr/>
          <p:nvPr/>
        </p:nvSpPr>
        <p:spPr>
          <a:xfrm>
            <a:off x="4937760" y="2496312"/>
            <a:ext cx="3749040" cy="914400"/>
          </a:xfrm>
          <a:prstGeom prst="roundRect">
            <a:avLst>
              <a:gd name="adj" fmla="val 12000"/>
            </a:avLst>
          </a:prstGeom>
          <a:solidFill>
            <a:srgbClr val="E3F5F1"/>
          </a:solidFill>
          <a:ln w="12700">
            <a:solidFill>
              <a:srgbClr val="E3F5F1"/>
            </a:solidFill>
            <a:prstDash val="solid"/>
          </a:ln>
        </p:spPr>
      </p:sp>
      <p:sp>
        <p:nvSpPr>
          <p:cNvPr id="23" name="Shape 17"/>
          <p:cNvSpPr/>
          <p:nvPr/>
        </p:nvSpPr>
        <p:spPr>
          <a:xfrm>
            <a:off x="5074920" y="2697480"/>
            <a:ext cx="512064" cy="512064"/>
          </a:xfrm>
          <a:prstGeom prst="ellipse">
            <a:avLst/>
          </a:prstGeom>
          <a:solidFill>
            <a:srgbClr val="61B331"/>
          </a:solidFill>
          <a:ln w="12700">
            <a:solidFill>
              <a:srgbClr val="61B331"/>
            </a:solidFill>
            <a:prstDash val="solid"/>
          </a:ln>
        </p:spPr>
      </p:sp>
      <p:pic>
        <p:nvPicPr>
          <p:cNvPr id="24" name="Image 3" descr="preencoded.png">    </p:cNvPr>
          <p:cNvPicPr>
            <a:picLocks noChangeAspect="1"/>
          </p:cNvPicPr>
          <p:nvPr/>
        </p:nvPicPr>
        <p:blipFill>
          <a:blip r:embed="rId4"/>
          <a:stretch>
            <a:fillRect/>
          </a:stretch>
        </p:blipFill>
        <p:spPr>
          <a:xfrm>
            <a:off x="5202936" y="2825496"/>
            <a:ext cx="256032" cy="256032"/>
          </a:xfrm>
          <a:prstGeom prst="rect">
            <a:avLst/>
          </a:prstGeom>
        </p:spPr>
      </p:pic>
      <p:sp>
        <p:nvSpPr>
          <p:cNvPr id="25" name="Text 18"/>
          <p:cNvSpPr txBox="1"/>
          <p:nvPr/>
        </p:nvSpPr>
        <p:spPr>
          <a:xfrm>
            <a:off x="5715000" y="2542032"/>
            <a:ext cx="2880360" cy="82296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Satu CSS bersama dan checklist review</a:t>
            </a:r>
            <a:endParaRPr lang="en-US" sz="1300" dirty="0"/>
          </a:p>
        </p:txBody>
      </p:sp>
      <p:sp>
        <p:nvSpPr>
          <p:cNvPr id="26" name="Tantangan 3"/>
          <p:cNvSpPr/>
          <p:nvPr/>
        </p:nvSpPr>
        <p:spPr>
          <a:xfrm>
            <a:off x="457200" y="3575304"/>
            <a:ext cx="3749040" cy="914400"/>
          </a:xfrm>
          <a:prstGeom prst="roundRect">
            <a:avLst>
              <a:gd name="adj" fmla="val 12000"/>
            </a:avLst>
          </a:prstGeom>
          <a:solidFill>
            <a:srgbClr val="FDEBE8"/>
          </a:solidFill>
          <a:ln w="12700">
            <a:solidFill>
              <a:srgbClr val="FDEBE8"/>
            </a:solidFill>
            <a:prstDash val="solid"/>
          </a:ln>
        </p:spPr>
      </p:sp>
      <p:sp>
        <p:nvSpPr>
          <p:cNvPr id="27" name="Shape 20"/>
          <p:cNvSpPr/>
          <p:nvPr/>
        </p:nvSpPr>
        <p:spPr>
          <a:xfrm>
            <a:off x="594360" y="3776472"/>
            <a:ext cx="512064" cy="512064"/>
          </a:xfrm>
          <a:prstGeom prst="ellipse">
            <a:avLst/>
          </a:prstGeom>
          <a:solidFill>
            <a:srgbClr val="E9573F"/>
          </a:solidFill>
          <a:ln w="12700">
            <a:solidFill>
              <a:srgbClr val="E9573F"/>
            </a:solidFill>
            <a:prstDash val="solid"/>
          </a:ln>
        </p:spPr>
      </p:sp>
      <p:pic>
        <p:nvPicPr>
          <p:cNvPr id="28" name="Image 4" descr="preencoded.png">    </p:cNvPr>
          <p:cNvPicPr>
            <a:picLocks noChangeAspect="1"/>
          </p:cNvPicPr>
          <p:nvPr/>
        </p:nvPicPr>
        <p:blipFill>
          <a:blip r:embed="rId5"/>
          <a:stretch>
            <a:fillRect/>
          </a:stretch>
        </p:blipFill>
        <p:spPr>
          <a:xfrm>
            <a:off x="722376" y="3904488"/>
            <a:ext cx="256032" cy="256032"/>
          </a:xfrm>
          <a:prstGeom prst="rect">
            <a:avLst/>
          </a:prstGeom>
        </p:spPr>
      </p:pic>
      <p:sp>
        <p:nvSpPr>
          <p:cNvPr id="29" name="Text 21"/>
          <p:cNvSpPr txBox="1"/>
          <p:nvPr/>
        </p:nvSpPr>
        <p:spPr>
          <a:xfrm>
            <a:off x="1234440" y="3621024"/>
            <a:ext cx="2880360" cy="82296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Review menemukan kesalahan nyata: tag tidak tertutup, format harga tidak seragam</a:t>
            </a:r>
            <a:endParaRPr lang="en-US" sz="1300" dirty="0"/>
          </a:p>
        </p:txBody>
      </p:sp>
      <p:sp>
        <p:nvSpPr>
          <p:cNvPr id="30" name="Shape 22"/>
          <p:cNvSpPr/>
          <p:nvPr/>
        </p:nvSpPr>
        <p:spPr>
          <a:xfrm>
            <a:off x="4279392" y="4032504"/>
            <a:ext cx="585216" cy="0"/>
          </a:xfrm>
          <a:prstGeom prst="line">
            <a:avLst/>
          </a:prstGeom>
          <a:noFill/>
          <a:ln w="31750">
            <a:solidFill>
              <a:srgbClr val="6B6B6B"/>
            </a:solidFill>
            <a:prstDash val="solid"/>
            <a:tailEnd type="triangle"/>
          </a:ln>
        </p:spPr>
      </p:sp>
      <p:sp>
        <p:nvSpPr>
          <p:cNvPr id="31" name="Pelajaran 3"/>
          <p:cNvSpPr/>
          <p:nvPr/>
        </p:nvSpPr>
        <p:spPr>
          <a:xfrm>
            <a:off x="4937760" y="3575304"/>
            <a:ext cx="3749040" cy="914400"/>
          </a:xfrm>
          <a:prstGeom prst="roundRect">
            <a:avLst>
              <a:gd name="adj" fmla="val 12000"/>
            </a:avLst>
          </a:prstGeom>
          <a:solidFill>
            <a:srgbClr val="E3F5F1"/>
          </a:solidFill>
          <a:ln w="12700">
            <a:solidFill>
              <a:srgbClr val="E3F5F1"/>
            </a:solidFill>
            <a:prstDash val="solid"/>
          </a:ln>
        </p:spPr>
      </p:sp>
      <p:sp>
        <p:nvSpPr>
          <p:cNvPr id="32" name="Shape 24"/>
          <p:cNvSpPr/>
          <p:nvPr/>
        </p:nvSpPr>
        <p:spPr>
          <a:xfrm>
            <a:off x="5074920" y="3776472"/>
            <a:ext cx="512064" cy="512064"/>
          </a:xfrm>
          <a:prstGeom prst="ellipse">
            <a:avLst/>
          </a:prstGeom>
          <a:solidFill>
            <a:srgbClr val="61B331"/>
          </a:solidFill>
          <a:ln w="12700">
            <a:solidFill>
              <a:srgbClr val="61B331"/>
            </a:solidFill>
            <a:prstDash val="solid"/>
          </a:ln>
        </p:spPr>
      </p:sp>
      <p:pic>
        <p:nvPicPr>
          <p:cNvPr id="33" name="Image 5" descr="preencoded.png">    </p:cNvPr>
          <p:cNvPicPr>
            <a:picLocks noChangeAspect="1"/>
          </p:cNvPicPr>
          <p:nvPr/>
        </p:nvPicPr>
        <p:blipFill>
          <a:blip r:embed="rId6"/>
          <a:stretch>
            <a:fillRect/>
          </a:stretch>
        </p:blipFill>
        <p:spPr>
          <a:xfrm>
            <a:off x="5202936" y="3904488"/>
            <a:ext cx="256032" cy="256032"/>
          </a:xfrm>
          <a:prstGeom prst="rect">
            <a:avLst/>
          </a:prstGeom>
        </p:spPr>
      </p:pic>
      <p:sp>
        <p:nvSpPr>
          <p:cNvPr id="34" name="Text 25"/>
          <p:cNvSpPr txBox="1"/>
          <p:nvPr/>
        </p:nvSpPr>
        <p:spPr>
          <a:xfrm>
            <a:off x="5715000" y="3621024"/>
            <a:ext cx="2880360" cy="822960"/>
          </a:xfrm>
          <a:prstGeom prst="rect">
            <a:avLst/>
          </a:prstGeom>
          <a:noFill/>
          <a:ln/>
        </p:spPr>
        <p:txBody>
          <a:bodyPr wrap="square" lIns="0" tIns="0" rIns="0" bIns="0"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Review menjaga kualitas sebelum rilis</a:t>
            </a:r>
            <a:endParaRPr lang="en-US" sz="1300" dirty="0"/>
          </a:p>
        </p:txBody>
      </p:sp>
      <p:sp>
        <p:nvSpPr>
          <p:cNvPr id="35"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home/boraya/01.Personal/02.Boraya/05.Code/JendEdu-template/img/slides/2.jpg">    </p:cNvPr>
          <p:cNvPicPr>
            <a:picLocks noChangeAspect="1"/>
          </p:cNvPicPr>
          <p:nvPr/>
        </p:nvPicPr>
        <p:blipFill>
          <a:blip r:embed="rId1"/>
          <a:srcRect l="0" r="0" t="0" b="0"/>
          <a:stretch/>
        </p:blipFill>
        <p:spPr>
          <a:xfrm>
            <a:off x="0" y="3383280"/>
            <a:ext cx="9144000" cy="1760220"/>
          </a:xfrm>
          <a:prstGeom prst="rect">
            <a:avLst/>
          </a:prstGeom>
        </p:spPr>
      </p:pic>
      <p:sp>
        <p:nvSpPr>
          <p:cNvPr id="4" name="Shape 0"/>
          <p:cNvSpPr/>
          <p:nvPr/>
        </p:nvSpPr>
        <p:spPr>
          <a:xfrm>
            <a:off x="0" y="3383280"/>
            <a:ext cx="9144000" cy="1760220"/>
          </a:xfrm>
          <a:prstGeom prst="rect">
            <a:avLst/>
          </a:prstGeom>
          <a:solidFill>
            <a:srgbClr val="0F7F6A">
              <a:alpha val="65000"/>
            </a:srgbClr>
          </a:solidFill>
          <a:ln w="12700">
            <a:solidFill>
              <a:srgbClr val="0F7F6A"/>
            </a:solidFill>
            <a:prstDash val="solid"/>
          </a:ln>
        </p:spPr>
      </p:sp>
      <p:sp>
        <p:nvSpPr>
          <p:cNvPr id="5" name="Shape 1"/>
          <p:cNvSpPr/>
          <p:nvPr/>
        </p:nvSpPr>
        <p:spPr>
          <a:xfrm>
            <a:off x="3749040" y="411480"/>
            <a:ext cx="1645920" cy="640080"/>
          </a:xfrm>
          <a:prstGeom prst="roundRect">
            <a:avLst>
              <a:gd name="adj" fmla="val 21429"/>
            </a:avLst>
          </a:prstGeom>
          <a:solidFill>
            <a:srgbClr val="FFFFFF"/>
          </a:solidFill>
          <a:ln w="12700">
            <a:solidFill>
              <a:srgbClr val="FFFFFF"/>
            </a:solidFill>
            <a:prstDash val="solid"/>
          </a:ln>
        </p:spPr>
      </p:sp>
      <p:pic>
        <p:nvPicPr>
          <p:cNvPr id="6" name="Image 1" descr="/home/boraya/01.Personal/02.Boraya/05.Code/JendEdu-template/img/logo.png">    </p:cNvPr>
          <p:cNvPicPr>
            <a:picLocks noChangeAspect="1"/>
          </p:cNvPicPr>
          <p:nvPr/>
        </p:nvPicPr>
        <p:blipFill>
          <a:blip r:embed="rId2"/>
          <a:stretch>
            <a:fillRect/>
          </a:stretch>
        </p:blipFill>
        <p:spPr>
          <a:xfrm>
            <a:off x="3886200" y="521208"/>
            <a:ext cx="1371600" cy="384048"/>
          </a:xfrm>
          <a:prstGeom prst="rect">
            <a:avLst/>
          </a:prstGeom>
        </p:spPr>
      </p:pic>
      <p:sp>
        <p:nvSpPr>
          <p:cNvPr id="7" name="Text 2"/>
          <p:cNvSpPr txBox="1"/>
          <p:nvPr/>
        </p:nvSpPr>
        <p:spPr>
          <a:xfrm>
            <a:off x="457200" y="1188720"/>
            <a:ext cx="8229600" cy="914400"/>
          </a:xfrm>
          <a:prstGeom prst="rect">
            <a:avLst/>
          </a:prstGeom>
          <a:noFill/>
          <a:ln/>
        </p:spPr>
        <p:txBody>
          <a:bodyPr wrap="square" lIns="0" tIns="0" rIns="0" bIns="0"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Terima Kasih</a:t>
            </a:r>
            <a:endParaRPr lang="en-US" sz="6000" dirty="0"/>
          </a:p>
        </p:txBody>
      </p:sp>
      <p:sp>
        <p:nvSpPr>
          <p:cNvPr id="8" name="Shape 3"/>
          <p:cNvSpPr/>
          <p:nvPr/>
        </p:nvSpPr>
        <p:spPr>
          <a:xfrm>
            <a:off x="3200400" y="2286000"/>
            <a:ext cx="2743200" cy="640080"/>
          </a:xfrm>
          <a:prstGeom prst="roundRect">
            <a:avLst>
              <a:gd name="adj" fmla="val 50000"/>
            </a:avLst>
          </a:prstGeom>
          <a:solidFill>
            <a:srgbClr val="61B331"/>
          </a:solidFill>
          <a:ln w="12700">
            <a:solidFill>
              <a:srgbClr val="61B331"/>
            </a:solidFill>
            <a:prstDash val="solid"/>
          </a:ln>
        </p:spPr>
      </p:sp>
      <p:sp>
        <p:nvSpPr>
          <p:cNvPr id="9" name="Text 4"/>
          <p:cNvSpPr txBox="1"/>
          <p:nvPr/>
        </p:nvSpPr>
        <p:spPr>
          <a:xfrm>
            <a:off x="3200400" y="2286000"/>
            <a:ext cx="274320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Tanya Jawab (Q&amp;A)</a:t>
            </a:r>
            <a:endParaRPr lang="en-US" sz="1800" dirty="0"/>
          </a:p>
        </p:txBody>
      </p:sp>
      <p:sp>
        <p:nvSpPr>
          <p:cNvPr id="10" name="Shape 5"/>
          <p:cNvSpPr/>
          <p:nvPr/>
        </p:nvSpPr>
        <p:spPr>
          <a:xfrm>
            <a:off x="2377440" y="3703320"/>
            <a:ext cx="4389120" cy="640080"/>
          </a:xfrm>
          <a:prstGeom prst="roundRect">
            <a:avLst>
              <a:gd name="adj" fmla="val 50000"/>
            </a:avLst>
          </a:prstGeom>
          <a:solidFill>
            <a:srgbClr val="FFFFFF"/>
          </a:solidFill>
          <a:ln w="12700">
            <a:solidFill>
              <a:srgbClr val="FFFFFF"/>
            </a:solidFill>
            <a:prstDash val="solid"/>
          </a:ln>
        </p:spPr>
      </p:sp>
      <p:pic>
        <p:nvPicPr>
          <p:cNvPr id="11" name="Image 2" descr="preencoded.png">    </p:cNvPr>
          <p:cNvPicPr>
            <a:picLocks noChangeAspect="1"/>
          </p:cNvPicPr>
          <p:nvPr/>
        </p:nvPicPr>
        <p:blipFill>
          <a:blip r:embed="rId3"/>
          <a:stretch>
            <a:fillRect/>
          </a:stretch>
        </p:blipFill>
        <p:spPr>
          <a:xfrm>
            <a:off x="2606040" y="3840480"/>
            <a:ext cx="365760" cy="365760"/>
          </a:xfrm>
          <a:prstGeom prst="rect">
            <a:avLst/>
          </a:prstGeom>
        </p:spPr>
      </p:pic>
      <p:sp>
        <p:nvSpPr>
          <p:cNvPr id="12" name="Text 6"/>
          <p:cNvSpPr txBox="1"/>
          <p:nvPr/>
        </p:nvSpPr>
        <p:spPr>
          <a:xfrm>
            <a:off x="3108960" y="3703320"/>
            <a:ext cx="3566160" cy="640080"/>
          </a:xfrm>
          <a:prstGeom prst="rect">
            <a:avLst/>
          </a:prstGeom>
          <a:noFill/>
          <a:ln/>
        </p:spPr>
        <p:txBody>
          <a:bodyPr wrap="square" lIns="0" tIns="0" rIns="0" bIns="0" rtlCol="0" anchor="ctr"/>
          <a:lstStyle/>
          <a:p>
            <a:pPr indent="0" marL="0">
              <a:buNone/>
            </a:pPr>
            <a:r>
              <a:rPr lang="en-US" sz="1600" b="1" dirty="0">
                <a:solidFill>
                  <a:srgbClr val="333333"/>
                </a:solidFill>
                <a:latin typeface="Calibri" pitchFamily="34" charset="0"/>
                <a:ea typeface="Calibri" pitchFamily="34" charset="-122"/>
                <a:cs typeface="Calibri" pitchFamily="34" charset="-120"/>
              </a:rPr>
              <a:t>github.com/Borayaa/JendEdu</a:t>
            </a:r>
            <a:endParaRPr lang="en-US" sz="1600" dirty="0"/>
          </a:p>
        </p:txBody>
      </p:sp>
      <p:sp>
        <p:nvSpPr>
          <p:cNvPr id="13"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endParaRPr lang="en-US" sz="3000" dirty="0"/>
          </a:p>
        </p:txBody>
      </p:sp>
    </p:spTree>
  </p:cSld>
  <p:clrMapOvr>
    <a:masterClrMapping/>
  </p:clrMapOvr>
</p:sld>
</file>

<file path=ppt/theme/theme1.xml><?xml version="1.0" encoding="utf-8"?>
<a:theme xmlns:a="http://schemas.openxmlformats.org/drawingml/2006/main" name="JendEdu">
  <a:themeElements>
    <a:clrScheme name="JendEdu">
      <a:dk1>
        <a:srgbClr val="333333"/>
      </a:dk1>
      <a:lt1>
        <a:srgbClr val="FFFFFF"/>
      </a:lt1>
      <a:dk2>
        <a:srgbClr val="11967C"/>
      </a:dk2>
      <a:lt2>
        <a:srgbClr val="EFEFEF"/>
      </a:lt2>
      <a:accent1>
        <a:srgbClr val="14A085"/>
      </a:accent1>
      <a:accent2>
        <a:srgbClr val="61B331"/>
      </a:accent2>
      <a:accent3>
        <a:srgbClr val="E9573F"/>
      </a:accent3>
      <a:accent4>
        <a:srgbClr val="D867B2"/>
      </a:accent4>
      <a:accent5>
        <a:srgbClr val="2FA4E7"/>
      </a:accent5>
      <a:accent6>
        <a:srgbClr val="11967C"/>
      </a:accent6>
      <a:hlink>
        <a:srgbClr val="2FA4E7"/>
      </a:hlink>
      <a:folHlink>
        <a:srgbClr val="D867B2"/>
      </a:folHlink>
    </a:clrScheme>
    <a:fontScheme name="JendEdu">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JendEdu - Presentasi</dc:title>
  <dc:subject>PptxGenJS Presentation</dc:subject>
  <dc:creator>Tim JendEdu</dc:creator>
  <cp:lastModifiedBy>Tim JendEdu</cp:lastModifiedBy>
  <cp:revision>1</cp:revision>
  <dcterms:created xsi:type="dcterms:W3CDTF">2026-10-20T21:16:50Z</dcterms:created>
  <dcterms:modified xsi:type="dcterms:W3CDTF">2026-10-20T21:16:50Z</dcterms:modified>
</cp:coreProperties>
</file>