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Dokumentator
[Berdiri tegak, senyum, tatap audiens] (jeda)
Coba angkat tangan, siapa di sini yang pernah merasa belajar itu mahal, jauh, dan ribet? (jeda) Hampir semua ya. Nah, itulah alasan kami membuat satu hal. [tunjuk layar] Perkenalkan: JendEdu.
JendEdu adalah website kursus online untuk siswa SD, SMP, dan SMA. Belajar kapan saja, di mana saja, dengan harga yang ramah di kantong.
Saya [Nama], dari Kelompok [Nomor], mewakili tim kami. Dalam beberapa menit ke depan, saya ajak Anda melihat apa yang kami bangun, bagaimana kami mengerjakannya bersama, dan hasil akhirnya.
Tapi sebelum bicara website, kita kenalan dulu dengan orang-orang di balik layar. [gestur mempersilakan] Mari kita 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Dokumentator
Nah, setelah kenal JendEdu, sekarang kita kenalan dengan timnya. [tunjuk empat kartu dari kiri ke kanan] Kami berempat, dengan peran yang jelas.
Pertama, Coder 1, [Nama Anggota 1]. Beliau mengerjakan lima halaman inti: Beranda, Tentang Kami, Kursus, Galeri, dan Harga.
Kedua, Coder 2, [Nama Anggota 2]. Tugasnya menjaga kerangka situs: Navbar dan Footer, lalu halaman Kontak, serta seluruh Artikel dan Berita.
Ketiga, Reviewer, [Nama Anggota 3]. Ini penjaga kualitas. Tidak ada kode yang masuk tanpa diperiksa, dikomentari, dan baru di-approve setelah diperbaiki.
Dan yang keempat, saya sendiri, Dokumentator: bertugas atas README dan presentasi ini. (jeda)
Empat peran, satu tujuan. Lalu apa sebenarnya yang kita bangun? Mari kita lihat.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Coder 1
[Maju satu langkah, nada bersemangat]
Terima kasih. Sekarang kita masuk ke inti proyeknya. [tunjuk kartu merah] Masalahnya: belajar yang bagus sering sulit diakses dan mahal. [tunjuk panah] Solusi kami: kursus online yang rapi dan terjangkau. (jeda)
Kursus kami mencakup tiga jenjang: SD, SMP, dan SMA. [tunjuk tiga ikon satu per satu]
Lalu lihat angka-angkanya, [tunjuk bagian bawah] karena angka itu bicara. Enam halaman utama. Enam konten berita dan artikel. Dan empat paket harga, mulai dari Rp99.000 per bulan.
Sederhana, tapi lengkap. Jadi orang tua bisa mengenal kami, memilih paket, dan langsung menghubungi, semuanya dalam satu situs.
Nah, seperti apa halaman-halamannya? Kita lihat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Coder 1
Baik, ini peta situs kami. [tunjuk kartu-kartu] Ada delapan bagian, dan masing-masing punya tugas jelas.
Beranda menyambut pengunjung dengan slider dan kursus unggulan. Tentang Kami bercerita siapa kami. Kursus memuat daftar mata pelajaran. Galeri bisa difilter berdasarkan SD, SMP, atau SMA, tinggal klik. [peragakan klik]
Halaman Harga menampilkan empat paket: SD Rp99.000, SMP Rp129.000, SMA Rp159.000, dan UTBK Intensif Rp249.000 per bulan. (jeda)
Lalu ada Kontak dengan peta dan formulir, serta Berita dan Artikel agar situs terasa hidup.
[Tunjuk kotak screenshot di kanan] Di sini kita lihat contoh tampilan Beranda yang sebenarnya.
Pertanyaannya: apa yang ada di balik semua tampilan ini? Teknologinya. Silakan, Coder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Coder 2
Terima kasih. Kabar baiknya: kami tidak memakai teknologi yang rumit. [tunjuk delapan kartu]
Fondasinya HTML5 untuk struktur, dan CSS3 untuk tampilan. Di atasnya ada Bootstrap 3, yang membuat situs kami responsif, nyaman dibuka dari laptop maupun ponsel. (jeda)
Untuk interaksi, kami pakai jQuery. FlexSlider menggerakkan slider di Beranda, dan Fancybox memunculkan gambar galeri dalam pop-up yang cantik. Font Awesome memberi kami ikon.
Dan yang terakhir, paling penting untuk kerja tim: Git dan GitHub. [tunjuk kartu paling kanan bawah]
Tanpa Git, empat orang mengedit proyek yang sama itu resep kekacauan. Dengan Git, semuanya teratur.
Dan bagaimana keteraturan itu bekerja? Ini bagian favorit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Reviewer
[Nada tegas, tunjuk diagram dari kiri atas]
Nah, setelah tahu teknologinya, ini dia rahasia kami bekerja rapi: alur kerja GitHub. Ikuti panahnya bersama saya.
Satu: Branch. Setiap fitur punya cabang sendiri. Dua: Commit. Tiga: Push ke GitHub. Empat: buka Pull Request. (jeda)
Dan di sinilah saya masuk. [tunjuk kotak lima] Review dan Komentar. Saya periksa kodenya, dan kalau ada yang kurang, saya tinggalkan komentar.
[Tunjuk panah merah melingkar] Lalu penulis melakukan Perbaikan, dan kami ulangi sampai benar-benar layak. Baru setelah itu: Approve, dan Merge ke main.
[Tunjuk kotak screenshot] Di bawah ini bukti nyatanya, komentar dan tombol Approve di GitHub.
Prinsip kami sederhana: tidak ada yang langsung ke main. Kualitas dulu, baru rilis.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Reviewer
Sekarang pertanyaan yang selalu muncul: siapa mengerjakan apa? Jawabannya ada di sini. [tunjuk baris demi baris]
Coder 1 memegang lima branch: homepage, about, courses, gallery, dan pricing. Coder 2 memegang empat: navbar-footer, contact, posts, dan news. Dokumentator menangani branch docs/readme.
Dan saya, Reviewer, tidak punya branch fitur. (jeda) Tugas saya memeriksa setiap Pull Request tadi. Total sepuluh branch, semuanya lewat review sebelum masuk.
[Tunjuk screenshot di kanan] Ini contoh PR sebenarnya: komentar saya, perbaikan dari penulis, lalu tombol Approve.
Kontribusi terbagi jelas, tidak ada yang menumpang nama. Dan hasilnya? Mari kita lihat situsnya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Coder 1
[Ambil napas, nada antusias] Inilah bagian yang kita tunggu: hasilnya.
[Tunjuk layar besar di kiri] Beranda JendEdu. Slider di atas, lalu Kursus Unggulan Kami. Kesan pertama yang bersih dan ramah.
[Tunjuk kanan atas] Halaman Harga: empat kartu paket yang mudah dibandingkan, jadi orang tua tidak perlu bingung.
[Tunjuk kanan bawah] Dan karena kebanyakan orang membuka lewat ponsel, kami pastikan tampilan mobile, lebar 375 piksel, tetap rapi.
[Opsional: beralih ke browser untuk demo langsung, klik filter Galeri SD, SMP, SMA] (jeda)
Semua yang tadi kita bahas, tim, teknologi, dan alur kerja, bermuara di sini: sebuah situs yang bisa dipakai nyata.
Dan itu membawa kita ke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Dokumentator
[Kembali ke tengah, tatap audiens] Kita sudah melihat tim, teknologi, alur kerja, dan hasilnya. (jeda)
Kalau ada satu hal yang ingin saya tinggalkan: proyek yang bagus bukan hanya soal kode yang jalan, tetapi tentang kerja sama yang tertib. Empat orang, satu repositori, nol kekacauan.
[Tunjuk tautan repo] Seluruh kode ada di GitHub, silakan dicek, dikomentari, bahkan dicoba.
Terima kasih atas perhatiannya. (jeda)
Sekarang giliran Anda. [buka tangan, senyum] Ada pertanyaan? Silakan, tidak ada pertanyaan yang salah.
[Seluruh anggota tim siap menjawab sesuai peran: Coder untuk teknis, Reviewer untuk alur review, Dokumentator untuk dokumentasi.]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3000" b="1" dirty="0">
                <a:solidFill>
                  <a:srgbClr val="0F7F6A"/>
                </a:solidFill>
              </a:defRPr>
            </a:lvl1pPr>
          </a:lstStyle>
          <a:p>
            <a:pPr algn="l" indent="0" marL="0">
              <a:buNone/>
            </a:pPr>
            <a:endParaRPr lang="en-US" sz="3000" dirty="0"/>
          </a:p>
        </p:txBody>
      </p:sp>
      <p:sp>
        <p:nvSpPr>
          <p:cNvPr id="3" name="Text 0"/>
          <p:cNvSpPr/>
          <p:nvPr/>
        </p:nvSpPr>
        <p:spPr>
          <a:xfrm>
            <a:off x="457200" y="4828032"/>
            <a:ext cx="1828800" cy="228600"/>
          </a:xfrm>
          <a:prstGeom prst="rect">
            <a:avLst/>
          </a:prstGeom>
          <a:noFill/>
          <a:ln/>
        </p:spPr>
        <p:txBody>
          <a:bodyPr wrap="square" lIns="0" tIns="0" rIns="0" bIns="0" rtlCol="0" anchor="ctr"/>
          <a:lstStyle/>
          <a:p>
            <a:pPr indent="0" marL="0">
              <a:buNone/>
            </a:pPr>
            <a:r>
              <a:rPr lang="en-US" sz="1000" dirty="0">
                <a:solidFill>
                  <a:srgbClr val="6B6B6B"/>
                </a:solidFill>
              </a:rPr>
              <a:t>JendEdu</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F7F6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3000" b="1" dirty="0">
                <a:solidFill>
                  <a:srgbClr val="FFFFFF"/>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home/boraya/01.Personal/02.Boraya/05.Code/JendEdu/img/slides/1.jpg">    </p:cNvPr>
          <p:cNvPicPr>
            <a:picLocks noChangeAspect="1"/>
          </p:cNvPicPr>
          <p:nvPr/>
        </p:nvPicPr>
        <p:blipFill>
          <a:blip r:embed="rId1"/>
          <a:srcRect l="0" r="0" t="0" b="0"/>
          <a:stretch/>
        </p:blipFill>
        <p:spPr>
          <a:xfrm>
            <a:off x="4572000" y="0"/>
            <a:ext cx="4572000" cy="5143500"/>
          </a:xfrm>
          <a:prstGeom prst="rect">
            <a:avLst/>
          </a:prstGeom>
        </p:spPr>
      </p:pic>
      <p:sp>
        <p:nvSpPr>
          <p:cNvPr id="4" name="Shape 0"/>
          <p:cNvSpPr/>
          <p:nvPr/>
        </p:nvSpPr>
        <p:spPr>
          <a:xfrm>
            <a:off x="4572000" y="0"/>
            <a:ext cx="4572000" cy="5143500"/>
          </a:xfrm>
          <a:prstGeom prst="rect">
            <a:avLst/>
          </a:prstGeom>
          <a:solidFill>
            <a:srgbClr val="0F7F6A">
              <a:alpha val="45000"/>
            </a:srgbClr>
          </a:solidFill>
          <a:ln w="12700">
            <a:solidFill>
              <a:srgbClr val="0F7F6A"/>
            </a:solidFill>
            <a:prstDash val="solid"/>
          </a:ln>
        </p:spPr>
      </p:sp>
      <p:sp>
        <p:nvSpPr>
          <p:cNvPr id="5" name="Shape 1"/>
          <p:cNvSpPr/>
          <p:nvPr/>
        </p:nvSpPr>
        <p:spPr>
          <a:xfrm>
            <a:off x="457200" y="457200"/>
            <a:ext cx="1737360" cy="658368"/>
          </a:xfrm>
          <a:prstGeom prst="roundRect">
            <a:avLst>
              <a:gd name="adj" fmla="val 20833"/>
            </a:avLst>
          </a:prstGeom>
          <a:solidFill>
            <a:srgbClr val="FFFFFF"/>
          </a:solidFill>
          <a:ln w="12700">
            <a:solidFill>
              <a:srgbClr val="FFFFFF"/>
            </a:solidFill>
            <a:prstDash val="solid"/>
          </a:ln>
        </p:spPr>
      </p:sp>
      <p:pic>
        <p:nvPicPr>
          <p:cNvPr id="6" name="Image 1" descr="/home/boraya/01.Personal/02.Boraya/05.Code/JendEdu/img/logo.png">    </p:cNvPr>
          <p:cNvPicPr>
            <a:picLocks noChangeAspect="1"/>
          </p:cNvPicPr>
          <p:nvPr/>
        </p:nvPicPr>
        <p:blipFill>
          <a:blip r:embed="rId2"/>
          <a:stretch>
            <a:fillRect/>
          </a:stretch>
        </p:blipFill>
        <p:spPr>
          <a:xfrm>
            <a:off x="640080" y="566928"/>
            <a:ext cx="1371600" cy="384048"/>
          </a:xfrm>
          <a:prstGeom prst="rect">
            <a:avLst/>
          </a:prstGeom>
        </p:spPr>
      </p:pic>
      <p:sp>
        <p:nvSpPr>
          <p:cNvPr id="7" name="Text 2"/>
          <p:cNvSpPr txBox="1"/>
          <p:nvPr/>
        </p:nvSpPr>
        <p:spPr>
          <a:xfrm>
            <a:off x="457200" y="1417320"/>
            <a:ext cx="4206240" cy="109728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JendEdu</a:t>
            </a:r>
            <a:endParaRPr lang="en-US" sz="6600" dirty="0"/>
          </a:p>
        </p:txBody>
      </p:sp>
      <p:sp>
        <p:nvSpPr>
          <p:cNvPr id="8" name="Text 3"/>
          <p:cNvSpPr txBox="1"/>
          <p:nvPr/>
        </p:nvSpPr>
        <p:spPr>
          <a:xfrm>
            <a:off x="457200" y="2560320"/>
            <a:ext cx="4206240" cy="36576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Website Kursus Online</a:t>
            </a:r>
            <a:endParaRPr lang="en-US" sz="2000" dirty="0"/>
          </a:p>
        </p:txBody>
      </p:sp>
      <p:sp>
        <p:nvSpPr>
          <p:cNvPr id="9" name="Text 4"/>
          <p:cNvSpPr txBox="1"/>
          <p:nvPr/>
        </p:nvSpPr>
        <p:spPr>
          <a:xfrm>
            <a:off x="457200" y="2926080"/>
            <a:ext cx="4206240" cy="365760"/>
          </a:xfrm>
          <a:prstGeom prst="rect">
            <a:avLst/>
          </a:prstGeom>
          <a:noFill/>
          <a:ln/>
        </p:spPr>
        <p:txBody>
          <a:bodyPr wrap="square" lIns="0" tIns="0" rIns="0" bIns="0" rtlCol="0" anchor="ctr"/>
          <a:lstStyle/>
          <a:p>
            <a:pPr indent="0" marL="0">
              <a:buNone/>
            </a:pPr>
            <a:r>
              <a:rPr lang="en-US" sz="2000" b="1" dirty="0">
                <a:solidFill>
                  <a:srgbClr val="CFF3EA"/>
                </a:solidFill>
                <a:latin typeface="Calibri" pitchFamily="34" charset="0"/>
                <a:ea typeface="Calibri" pitchFamily="34" charset="-122"/>
                <a:cs typeface="Calibri" pitchFamily="34" charset="-120"/>
              </a:rPr>
              <a:t>SD • SMP • SMA</a:t>
            </a:r>
            <a:endParaRPr lang="en-US" sz="2000" dirty="0"/>
          </a:p>
        </p:txBody>
      </p:sp>
      <p:sp>
        <p:nvSpPr>
          <p:cNvPr id="10" name="Shape 5"/>
          <p:cNvSpPr/>
          <p:nvPr/>
        </p:nvSpPr>
        <p:spPr>
          <a:xfrm>
            <a:off x="457200" y="3520440"/>
            <a:ext cx="731520" cy="310896"/>
          </a:xfrm>
          <a:prstGeom prst="roundRect">
            <a:avLst>
              <a:gd name="adj" fmla="val 41176"/>
            </a:avLst>
          </a:prstGeom>
          <a:solidFill>
            <a:srgbClr val="61B331"/>
          </a:solidFill>
          <a:ln w="12700">
            <a:solidFill>
              <a:srgbClr val="61B331"/>
            </a:solidFill>
            <a:prstDash val="solid"/>
          </a:ln>
        </p:spPr>
      </p:sp>
      <p:sp>
        <p:nvSpPr>
          <p:cNvPr id="11" name="Text 6"/>
          <p:cNvSpPr txBox="1"/>
          <p:nvPr/>
        </p:nvSpPr>
        <p:spPr>
          <a:xfrm>
            <a:off x="457200" y="3520440"/>
            <a:ext cx="7315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SD</a:t>
            </a:r>
            <a:endParaRPr lang="en-US" sz="1200" dirty="0"/>
          </a:p>
        </p:txBody>
      </p:sp>
      <p:sp>
        <p:nvSpPr>
          <p:cNvPr id="12" name="Shape 7"/>
          <p:cNvSpPr/>
          <p:nvPr/>
        </p:nvSpPr>
        <p:spPr>
          <a:xfrm>
            <a:off x="1280160" y="3520440"/>
            <a:ext cx="731520" cy="310896"/>
          </a:xfrm>
          <a:prstGeom prst="roundRect">
            <a:avLst>
              <a:gd name="adj" fmla="val 41176"/>
            </a:avLst>
          </a:prstGeom>
          <a:solidFill>
            <a:srgbClr val="2FA4E7"/>
          </a:solidFill>
          <a:ln w="12700">
            <a:solidFill>
              <a:srgbClr val="2FA4E7"/>
            </a:solidFill>
            <a:prstDash val="solid"/>
          </a:ln>
        </p:spPr>
      </p:sp>
      <p:sp>
        <p:nvSpPr>
          <p:cNvPr id="13" name="Text 8"/>
          <p:cNvSpPr txBox="1"/>
          <p:nvPr/>
        </p:nvSpPr>
        <p:spPr>
          <a:xfrm>
            <a:off x="1280160" y="3520440"/>
            <a:ext cx="7315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SMP</a:t>
            </a:r>
            <a:endParaRPr lang="en-US" sz="1200" dirty="0"/>
          </a:p>
        </p:txBody>
      </p:sp>
      <p:sp>
        <p:nvSpPr>
          <p:cNvPr id="14" name="Shape 9"/>
          <p:cNvSpPr/>
          <p:nvPr/>
        </p:nvSpPr>
        <p:spPr>
          <a:xfrm>
            <a:off x="2103120" y="3520440"/>
            <a:ext cx="731520" cy="310896"/>
          </a:xfrm>
          <a:prstGeom prst="roundRect">
            <a:avLst>
              <a:gd name="adj" fmla="val 41176"/>
            </a:avLst>
          </a:prstGeom>
          <a:solidFill>
            <a:srgbClr val="E9573F"/>
          </a:solidFill>
          <a:ln w="12700">
            <a:solidFill>
              <a:srgbClr val="E9573F"/>
            </a:solidFill>
            <a:prstDash val="solid"/>
          </a:ln>
        </p:spPr>
      </p:sp>
      <p:sp>
        <p:nvSpPr>
          <p:cNvPr id="15" name="Text 10"/>
          <p:cNvSpPr txBox="1"/>
          <p:nvPr/>
        </p:nvSpPr>
        <p:spPr>
          <a:xfrm>
            <a:off x="2103120" y="3520440"/>
            <a:ext cx="7315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SMA</a:t>
            </a:r>
            <a:endParaRPr lang="en-US" sz="1200" dirty="0"/>
          </a:p>
        </p:txBody>
      </p:sp>
      <p:sp>
        <p:nvSpPr>
          <p:cNvPr id="16" name="Text 11"/>
          <p:cNvSpPr txBox="1"/>
          <p:nvPr/>
        </p:nvSpPr>
        <p:spPr>
          <a:xfrm>
            <a:off x="457200" y="4297680"/>
            <a:ext cx="4114800" cy="457200"/>
          </a:xfrm>
          <a:prstGeom prst="rect">
            <a:avLst/>
          </a:prstGeom>
          <a:noFill/>
          <a:ln/>
        </p:spPr>
        <p:txBody>
          <a:bodyPr wrap="square" lIns="0" tIns="0" rIns="0" bIns="0" rtlCol="0" anchor="ctr"/>
          <a:lstStyle/>
          <a:p>
            <a:pPr indent="0" marL="0">
              <a:buNone/>
            </a:pPr>
            <a:r>
              <a:rPr lang="en-US" sz="1200" dirty="0">
                <a:solidFill>
                  <a:srgbClr val="CFF3EA"/>
                </a:solidFill>
                <a:latin typeface="Calibri" pitchFamily="34" charset="0"/>
                <a:ea typeface="Calibri" pitchFamily="34" charset="-122"/>
                <a:cs typeface="Calibri" pitchFamily="34" charset="-120"/>
              </a:rPr>
              <a:t>Kelompok [Nomor]  •  Kelas [Nama Kelas]  •  [Mata Kuliah]</a:t>
            </a:r>
            <a:endParaRPr lang="en-US" sz="1200" dirty="0"/>
          </a:p>
        </p:txBody>
      </p:sp>
      <p:sp>
        <p:nvSpPr>
          <p:cNvPr id="17"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Anggota Tim &amp; Peran</a:t>
            </a:r>
            <a:endParaRPr lang="en-US" sz="3000" dirty="0"/>
          </a:p>
        </p:txBody>
      </p:sp>
      <p:sp>
        <p:nvSpPr>
          <p:cNvPr id="4" name="Kartu Coder 1"/>
          <p:cNvSpPr/>
          <p:nvPr/>
        </p:nvSpPr>
        <p:spPr>
          <a:xfrm>
            <a:off x="457200" y="1097280"/>
            <a:ext cx="1920240" cy="361188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005840" y="1280160"/>
            <a:ext cx="822960" cy="822960"/>
          </a:xfrm>
          <a:prstGeom prst="ellipse">
            <a:avLst/>
          </a:prstGeom>
          <a:solidFill>
            <a:srgbClr val="14A085"/>
          </a:solidFill>
          <a:ln w="12700">
            <a:solidFill>
              <a:srgbClr val="14A085"/>
            </a:solidFill>
            <a:prstDash val="solid"/>
          </a:ln>
        </p:spPr>
      </p:sp>
      <p:pic>
        <p:nvPicPr>
          <p:cNvPr id="6" name="Image 0" descr="preencoded.png">    </p:cNvPr>
          <p:cNvPicPr>
            <a:picLocks noChangeAspect="1"/>
          </p:cNvPicPr>
          <p:nvPr/>
        </p:nvPicPr>
        <p:blipFill>
          <a:blip r:embed="rId1"/>
          <a:stretch>
            <a:fillRect/>
          </a:stretch>
        </p:blipFill>
        <p:spPr>
          <a:xfrm>
            <a:off x="1234440" y="1481328"/>
            <a:ext cx="365760" cy="365760"/>
          </a:xfrm>
          <a:prstGeom prst="rect">
            <a:avLst/>
          </a:prstGeom>
        </p:spPr>
      </p:pic>
      <p:sp>
        <p:nvSpPr>
          <p:cNvPr id="7" name="Text 3"/>
          <p:cNvSpPr txBox="1"/>
          <p:nvPr/>
        </p:nvSpPr>
        <p:spPr>
          <a:xfrm>
            <a:off x="457200" y="2194560"/>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[Nama Anggota 1]</a:t>
            </a:r>
            <a:endParaRPr lang="en-US" sz="1300" dirty="0"/>
          </a:p>
        </p:txBody>
      </p:sp>
      <p:sp>
        <p:nvSpPr>
          <p:cNvPr id="8" name="Text 4"/>
          <p:cNvSpPr txBox="1"/>
          <p:nvPr/>
        </p:nvSpPr>
        <p:spPr>
          <a:xfrm>
            <a:off x="457200" y="2468880"/>
            <a:ext cx="1920240" cy="228600"/>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@username-1</a:t>
            </a:r>
            <a:endParaRPr lang="en-US" sz="1100" dirty="0"/>
          </a:p>
        </p:txBody>
      </p:sp>
      <p:sp>
        <p:nvSpPr>
          <p:cNvPr id="9" name="Shape 5"/>
          <p:cNvSpPr/>
          <p:nvPr/>
        </p:nvSpPr>
        <p:spPr>
          <a:xfrm>
            <a:off x="731520" y="2788920"/>
            <a:ext cx="1371600" cy="292608"/>
          </a:xfrm>
          <a:prstGeom prst="roundRect">
            <a:avLst>
              <a:gd name="adj" fmla="val 43750"/>
            </a:avLst>
          </a:prstGeom>
          <a:solidFill>
            <a:srgbClr val="14A085"/>
          </a:solidFill>
          <a:ln w="12700">
            <a:solidFill>
              <a:srgbClr val="14A085"/>
            </a:solidFill>
            <a:prstDash val="solid"/>
          </a:ln>
        </p:spPr>
      </p:sp>
      <p:sp>
        <p:nvSpPr>
          <p:cNvPr id="10" name="Text 6"/>
          <p:cNvSpPr txBox="1"/>
          <p:nvPr/>
        </p:nvSpPr>
        <p:spPr>
          <a:xfrm>
            <a:off x="731520" y="2788920"/>
            <a:ext cx="137160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Coder 1</a:t>
            </a:r>
            <a:endParaRPr lang="en-US" sz="1200" dirty="0"/>
          </a:p>
        </p:txBody>
      </p:sp>
      <p:sp>
        <p:nvSpPr>
          <p:cNvPr id="11" name="Shape 7"/>
          <p:cNvSpPr/>
          <p:nvPr/>
        </p:nvSpPr>
        <p:spPr>
          <a:xfrm>
            <a:off x="548640" y="3200400"/>
            <a:ext cx="841248" cy="365760"/>
          </a:xfrm>
          <a:prstGeom prst="roundRect">
            <a:avLst>
              <a:gd name="adj" fmla="val 25000"/>
            </a:avLst>
          </a:prstGeom>
          <a:solidFill>
            <a:srgbClr val="EFEFEF"/>
          </a:solidFill>
          <a:ln w="12700">
            <a:solidFill>
              <a:srgbClr val="EFEFEF"/>
            </a:solidFill>
            <a:prstDash val="solid"/>
          </a:ln>
        </p:spPr>
      </p:sp>
      <p:sp>
        <p:nvSpPr>
          <p:cNvPr id="12" name="Text 8"/>
          <p:cNvSpPr txBox="1"/>
          <p:nvPr/>
        </p:nvSpPr>
        <p:spPr>
          <a:xfrm>
            <a:off x="54864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Beranda</a:t>
            </a:r>
            <a:endParaRPr lang="en-US" sz="1000" dirty="0"/>
          </a:p>
        </p:txBody>
      </p:sp>
      <p:sp>
        <p:nvSpPr>
          <p:cNvPr id="13" name="Shape 9"/>
          <p:cNvSpPr/>
          <p:nvPr/>
        </p:nvSpPr>
        <p:spPr>
          <a:xfrm>
            <a:off x="1463040" y="3200400"/>
            <a:ext cx="841248" cy="365760"/>
          </a:xfrm>
          <a:prstGeom prst="roundRect">
            <a:avLst>
              <a:gd name="adj" fmla="val 25000"/>
            </a:avLst>
          </a:prstGeom>
          <a:solidFill>
            <a:srgbClr val="EFEFEF"/>
          </a:solidFill>
          <a:ln w="12700">
            <a:solidFill>
              <a:srgbClr val="EFEFEF"/>
            </a:solidFill>
            <a:prstDash val="solid"/>
          </a:ln>
        </p:spPr>
      </p:sp>
      <p:sp>
        <p:nvSpPr>
          <p:cNvPr id="14" name="Text 10"/>
          <p:cNvSpPr txBox="1"/>
          <p:nvPr/>
        </p:nvSpPr>
        <p:spPr>
          <a:xfrm>
            <a:off x="146304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Tentang Kami</a:t>
            </a:r>
            <a:endParaRPr lang="en-US" sz="1000" dirty="0"/>
          </a:p>
        </p:txBody>
      </p:sp>
      <p:sp>
        <p:nvSpPr>
          <p:cNvPr id="15" name="Shape 11"/>
          <p:cNvSpPr/>
          <p:nvPr/>
        </p:nvSpPr>
        <p:spPr>
          <a:xfrm>
            <a:off x="548640" y="3657600"/>
            <a:ext cx="841248" cy="365760"/>
          </a:xfrm>
          <a:prstGeom prst="roundRect">
            <a:avLst>
              <a:gd name="adj" fmla="val 25000"/>
            </a:avLst>
          </a:prstGeom>
          <a:solidFill>
            <a:srgbClr val="EFEFEF"/>
          </a:solidFill>
          <a:ln w="12700">
            <a:solidFill>
              <a:srgbClr val="EFEFEF"/>
            </a:solidFill>
            <a:prstDash val="solid"/>
          </a:ln>
        </p:spPr>
      </p:sp>
      <p:sp>
        <p:nvSpPr>
          <p:cNvPr id="16" name="Text 12"/>
          <p:cNvSpPr txBox="1"/>
          <p:nvPr/>
        </p:nvSpPr>
        <p:spPr>
          <a:xfrm>
            <a:off x="548640" y="36576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Kursus</a:t>
            </a:r>
            <a:endParaRPr lang="en-US" sz="1000" dirty="0"/>
          </a:p>
        </p:txBody>
      </p:sp>
      <p:sp>
        <p:nvSpPr>
          <p:cNvPr id="17" name="Shape 13"/>
          <p:cNvSpPr/>
          <p:nvPr/>
        </p:nvSpPr>
        <p:spPr>
          <a:xfrm>
            <a:off x="1463040" y="3657600"/>
            <a:ext cx="841248" cy="365760"/>
          </a:xfrm>
          <a:prstGeom prst="roundRect">
            <a:avLst>
              <a:gd name="adj" fmla="val 25000"/>
            </a:avLst>
          </a:prstGeom>
          <a:solidFill>
            <a:srgbClr val="EFEFEF"/>
          </a:solidFill>
          <a:ln w="12700">
            <a:solidFill>
              <a:srgbClr val="EFEFEF"/>
            </a:solidFill>
            <a:prstDash val="solid"/>
          </a:ln>
        </p:spPr>
      </p:sp>
      <p:sp>
        <p:nvSpPr>
          <p:cNvPr id="18" name="Text 14"/>
          <p:cNvSpPr txBox="1"/>
          <p:nvPr/>
        </p:nvSpPr>
        <p:spPr>
          <a:xfrm>
            <a:off x="1463040" y="36576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Galeri</a:t>
            </a:r>
            <a:endParaRPr lang="en-US" sz="1000" dirty="0"/>
          </a:p>
        </p:txBody>
      </p:sp>
      <p:sp>
        <p:nvSpPr>
          <p:cNvPr id="19" name="Shape 15"/>
          <p:cNvSpPr/>
          <p:nvPr/>
        </p:nvSpPr>
        <p:spPr>
          <a:xfrm>
            <a:off x="548640" y="4114800"/>
            <a:ext cx="841248" cy="365760"/>
          </a:xfrm>
          <a:prstGeom prst="roundRect">
            <a:avLst>
              <a:gd name="adj" fmla="val 25000"/>
            </a:avLst>
          </a:prstGeom>
          <a:solidFill>
            <a:srgbClr val="EFEFEF"/>
          </a:solidFill>
          <a:ln w="12700">
            <a:solidFill>
              <a:srgbClr val="EFEFEF"/>
            </a:solidFill>
            <a:prstDash val="solid"/>
          </a:ln>
        </p:spPr>
      </p:sp>
      <p:sp>
        <p:nvSpPr>
          <p:cNvPr id="20" name="Text 16"/>
          <p:cNvSpPr txBox="1"/>
          <p:nvPr/>
        </p:nvSpPr>
        <p:spPr>
          <a:xfrm>
            <a:off x="548640" y="41148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Harga</a:t>
            </a:r>
            <a:endParaRPr lang="en-US" sz="1000" dirty="0"/>
          </a:p>
        </p:txBody>
      </p:sp>
      <p:sp>
        <p:nvSpPr>
          <p:cNvPr id="21" name="Kartu Coder 2"/>
          <p:cNvSpPr/>
          <p:nvPr/>
        </p:nvSpPr>
        <p:spPr>
          <a:xfrm>
            <a:off x="2560320" y="1097280"/>
            <a:ext cx="1920240" cy="361188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2" name="Shape 18"/>
          <p:cNvSpPr/>
          <p:nvPr/>
        </p:nvSpPr>
        <p:spPr>
          <a:xfrm>
            <a:off x="3108960" y="1280160"/>
            <a:ext cx="822960" cy="822960"/>
          </a:xfrm>
          <a:prstGeom prst="ellipse">
            <a:avLst/>
          </a:prstGeom>
          <a:solidFill>
            <a:srgbClr val="2FA4E7"/>
          </a:solidFill>
          <a:ln w="12700">
            <a:solidFill>
              <a:srgbClr val="2FA4E7"/>
            </a:solidFill>
            <a:prstDash val="solid"/>
          </a:ln>
        </p:spPr>
      </p:sp>
      <p:pic>
        <p:nvPicPr>
          <p:cNvPr id="23" name="Image 1" descr="preencoded.png">    </p:cNvPr>
          <p:cNvPicPr>
            <a:picLocks noChangeAspect="1"/>
          </p:cNvPicPr>
          <p:nvPr/>
        </p:nvPicPr>
        <p:blipFill>
          <a:blip r:embed="rId2"/>
          <a:stretch>
            <a:fillRect/>
          </a:stretch>
        </p:blipFill>
        <p:spPr>
          <a:xfrm>
            <a:off x="3337560" y="1481328"/>
            <a:ext cx="365760" cy="365760"/>
          </a:xfrm>
          <a:prstGeom prst="rect">
            <a:avLst/>
          </a:prstGeom>
        </p:spPr>
      </p:pic>
      <p:sp>
        <p:nvSpPr>
          <p:cNvPr id="24" name="Text 19"/>
          <p:cNvSpPr txBox="1"/>
          <p:nvPr/>
        </p:nvSpPr>
        <p:spPr>
          <a:xfrm>
            <a:off x="2560320" y="2194560"/>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[Nama Anggota 2]</a:t>
            </a:r>
            <a:endParaRPr lang="en-US" sz="1300" dirty="0"/>
          </a:p>
        </p:txBody>
      </p:sp>
      <p:sp>
        <p:nvSpPr>
          <p:cNvPr id="25" name="Text 20"/>
          <p:cNvSpPr txBox="1"/>
          <p:nvPr/>
        </p:nvSpPr>
        <p:spPr>
          <a:xfrm>
            <a:off x="2560320" y="2468880"/>
            <a:ext cx="1920240" cy="228600"/>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@username-2</a:t>
            </a:r>
            <a:endParaRPr lang="en-US" sz="1100" dirty="0"/>
          </a:p>
        </p:txBody>
      </p:sp>
      <p:sp>
        <p:nvSpPr>
          <p:cNvPr id="26" name="Shape 21"/>
          <p:cNvSpPr/>
          <p:nvPr/>
        </p:nvSpPr>
        <p:spPr>
          <a:xfrm>
            <a:off x="2834640" y="2788920"/>
            <a:ext cx="1371600" cy="292608"/>
          </a:xfrm>
          <a:prstGeom prst="roundRect">
            <a:avLst>
              <a:gd name="adj" fmla="val 43750"/>
            </a:avLst>
          </a:prstGeom>
          <a:solidFill>
            <a:srgbClr val="2FA4E7"/>
          </a:solidFill>
          <a:ln w="12700">
            <a:solidFill>
              <a:srgbClr val="2FA4E7"/>
            </a:solidFill>
            <a:prstDash val="solid"/>
          </a:ln>
        </p:spPr>
      </p:sp>
      <p:sp>
        <p:nvSpPr>
          <p:cNvPr id="27" name="Text 22"/>
          <p:cNvSpPr txBox="1"/>
          <p:nvPr/>
        </p:nvSpPr>
        <p:spPr>
          <a:xfrm>
            <a:off x="2834640" y="2788920"/>
            <a:ext cx="137160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Coder 2</a:t>
            </a:r>
            <a:endParaRPr lang="en-US" sz="1200" dirty="0"/>
          </a:p>
        </p:txBody>
      </p:sp>
      <p:sp>
        <p:nvSpPr>
          <p:cNvPr id="28" name="Shape 23"/>
          <p:cNvSpPr/>
          <p:nvPr/>
        </p:nvSpPr>
        <p:spPr>
          <a:xfrm>
            <a:off x="2651760" y="3200400"/>
            <a:ext cx="841248" cy="365760"/>
          </a:xfrm>
          <a:prstGeom prst="roundRect">
            <a:avLst>
              <a:gd name="adj" fmla="val 25000"/>
            </a:avLst>
          </a:prstGeom>
          <a:solidFill>
            <a:srgbClr val="EFEFEF"/>
          </a:solidFill>
          <a:ln w="12700">
            <a:solidFill>
              <a:srgbClr val="EFEFEF"/>
            </a:solidFill>
            <a:prstDash val="solid"/>
          </a:ln>
        </p:spPr>
      </p:sp>
      <p:sp>
        <p:nvSpPr>
          <p:cNvPr id="29" name="Text 24"/>
          <p:cNvSpPr txBox="1"/>
          <p:nvPr/>
        </p:nvSpPr>
        <p:spPr>
          <a:xfrm>
            <a:off x="265176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Navbar</a:t>
            </a:r>
            <a:endParaRPr lang="en-US" sz="1000" dirty="0"/>
          </a:p>
        </p:txBody>
      </p:sp>
      <p:sp>
        <p:nvSpPr>
          <p:cNvPr id="30" name="Shape 25"/>
          <p:cNvSpPr/>
          <p:nvPr/>
        </p:nvSpPr>
        <p:spPr>
          <a:xfrm>
            <a:off x="3566160" y="3200400"/>
            <a:ext cx="841248" cy="365760"/>
          </a:xfrm>
          <a:prstGeom prst="roundRect">
            <a:avLst>
              <a:gd name="adj" fmla="val 25000"/>
            </a:avLst>
          </a:prstGeom>
          <a:solidFill>
            <a:srgbClr val="EFEFEF"/>
          </a:solidFill>
          <a:ln w="12700">
            <a:solidFill>
              <a:srgbClr val="EFEFEF"/>
            </a:solidFill>
            <a:prstDash val="solid"/>
          </a:ln>
        </p:spPr>
      </p:sp>
      <p:sp>
        <p:nvSpPr>
          <p:cNvPr id="31" name="Text 26"/>
          <p:cNvSpPr txBox="1"/>
          <p:nvPr/>
        </p:nvSpPr>
        <p:spPr>
          <a:xfrm>
            <a:off x="356616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Footer</a:t>
            </a:r>
            <a:endParaRPr lang="en-US" sz="1000" dirty="0"/>
          </a:p>
        </p:txBody>
      </p:sp>
      <p:sp>
        <p:nvSpPr>
          <p:cNvPr id="32" name="Shape 27"/>
          <p:cNvSpPr/>
          <p:nvPr/>
        </p:nvSpPr>
        <p:spPr>
          <a:xfrm>
            <a:off x="2651760" y="3657600"/>
            <a:ext cx="841248" cy="365760"/>
          </a:xfrm>
          <a:prstGeom prst="roundRect">
            <a:avLst>
              <a:gd name="adj" fmla="val 25000"/>
            </a:avLst>
          </a:prstGeom>
          <a:solidFill>
            <a:srgbClr val="EFEFEF"/>
          </a:solidFill>
          <a:ln w="12700">
            <a:solidFill>
              <a:srgbClr val="EFEFEF"/>
            </a:solidFill>
            <a:prstDash val="solid"/>
          </a:ln>
        </p:spPr>
      </p:sp>
      <p:sp>
        <p:nvSpPr>
          <p:cNvPr id="33" name="Text 28"/>
          <p:cNvSpPr txBox="1"/>
          <p:nvPr/>
        </p:nvSpPr>
        <p:spPr>
          <a:xfrm>
            <a:off x="2651760" y="36576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Kontak</a:t>
            </a:r>
            <a:endParaRPr lang="en-US" sz="1000" dirty="0"/>
          </a:p>
        </p:txBody>
      </p:sp>
      <p:sp>
        <p:nvSpPr>
          <p:cNvPr id="34" name="Shape 29"/>
          <p:cNvSpPr/>
          <p:nvPr/>
        </p:nvSpPr>
        <p:spPr>
          <a:xfrm>
            <a:off x="3566160" y="3657600"/>
            <a:ext cx="841248" cy="365760"/>
          </a:xfrm>
          <a:prstGeom prst="roundRect">
            <a:avLst>
              <a:gd name="adj" fmla="val 25000"/>
            </a:avLst>
          </a:prstGeom>
          <a:solidFill>
            <a:srgbClr val="EFEFEF"/>
          </a:solidFill>
          <a:ln w="12700">
            <a:solidFill>
              <a:srgbClr val="EFEFEF"/>
            </a:solidFill>
            <a:prstDash val="solid"/>
          </a:ln>
        </p:spPr>
      </p:sp>
      <p:sp>
        <p:nvSpPr>
          <p:cNvPr id="35" name="Text 30"/>
          <p:cNvSpPr txBox="1"/>
          <p:nvPr/>
        </p:nvSpPr>
        <p:spPr>
          <a:xfrm>
            <a:off x="3566160" y="36576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Artikel</a:t>
            </a:r>
            <a:endParaRPr lang="en-US" sz="1000" dirty="0"/>
          </a:p>
        </p:txBody>
      </p:sp>
      <p:sp>
        <p:nvSpPr>
          <p:cNvPr id="36" name="Shape 31"/>
          <p:cNvSpPr/>
          <p:nvPr/>
        </p:nvSpPr>
        <p:spPr>
          <a:xfrm>
            <a:off x="2651760" y="4114800"/>
            <a:ext cx="841248" cy="365760"/>
          </a:xfrm>
          <a:prstGeom prst="roundRect">
            <a:avLst>
              <a:gd name="adj" fmla="val 25000"/>
            </a:avLst>
          </a:prstGeom>
          <a:solidFill>
            <a:srgbClr val="EFEFEF"/>
          </a:solidFill>
          <a:ln w="12700">
            <a:solidFill>
              <a:srgbClr val="EFEFEF"/>
            </a:solidFill>
            <a:prstDash val="solid"/>
          </a:ln>
        </p:spPr>
      </p:sp>
      <p:sp>
        <p:nvSpPr>
          <p:cNvPr id="37" name="Text 32"/>
          <p:cNvSpPr txBox="1"/>
          <p:nvPr/>
        </p:nvSpPr>
        <p:spPr>
          <a:xfrm>
            <a:off x="2651760" y="41148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Berita</a:t>
            </a:r>
            <a:endParaRPr lang="en-US" sz="1000" dirty="0"/>
          </a:p>
        </p:txBody>
      </p:sp>
      <p:sp>
        <p:nvSpPr>
          <p:cNvPr id="38" name="Kartu Reviewer"/>
          <p:cNvSpPr/>
          <p:nvPr/>
        </p:nvSpPr>
        <p:spPr>
          <a:xfrm>
            <a:off x="4663440" y="1097280"/>
            <a:ext cx="1920240" cy="361188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9" name="Shape 34"/>
          <p:cNvSpPr/>
          <p:nvPr/>
        </p:nvSpPr>
        <p:spPr>
          <a:xfrm>
            <a:off x="5212080" y="1280160"/>
            <a:ext cx="822960" cy="822960"/>
          </a:xfrm>
          <a:prstGeom prst="ellipse">
            <a:avLst/>
          </a:prstGeom>
          <a:solidFill>
            <a:srgbClr val="D867B2"/>
          </a:solidFill>
          <a:ln w="12700">
            <a:solidFill>
              <a:srgbClr val="D867B2"/>
            </a:solidFill>
            <a:prstDash val="solid"/>
          </a:ln>
        </p:spPr>
      </p:sp>
      <p:pic>
        <p:nvPicPr>
          <p:cNvPr id="40" name="Image 2" descr="preencoded.png">    </p:cNvPr>
          <p:cNvPicPr>
            <a:picLocks noChangeAspect="1"/>
          </p:cNvPicPr>
          <p:nvPr/>
        </p:nvPicPr>
        <p:blipFill>
          <a:blip r:embed="rId3"/>
          <a:stretch>
            <a:fillRect/>
          </a:stretch>
        </p:blipFill>
        <p:spPr>
          <a:xfrm>
            <a:off x="5440680" y="1481328"/>
            <a:ext cx="365760" cy="365760"/>
          </a:xfrm>
          <a:prstGeom prst="rect">
            <a:avLst/>
          </a:prstGeom>
        </p:spPr>
      </p:pic>
      <p:sp>
        <p:nvSpPr>
          <p:cNvPr id="41" name="Text 35"/>
          <p:cNvSpPr txBox="1"/>
          <p:nvPr/>
        </p:nvSpPr>
        <p:spPr>
          <a:xfrm>
            <a:off x="4663440" y="2194560"/>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[Nama Anggota 3]</a:t>
            </a:r>
            <a:endParaRPr lang="en-US" sz="1300" dirty="0"/>
          </a:p>
        </p:txBody>
      </p:sp>
      <p:sp>
        <p:nvSpPr>
          <p:cNvPr id="42" name="Text 36"/>
          <p:cNvSpPr txBox="1"/>
          <p:nvPr/>
        </p:nvSpPr>
        <p:spPr>
          <a:xfrm>
            <a:off x="4663440" y="2468880"/>
            <a:ext cx="1920240" cy="228600"/>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@username-3</a:t>
            </a:r>
            <a:endParaRPr lang="en-US" sz="1100" dirty="0"/>
          </a:p>
        </p:txBody>
      </p:sp>
      <p:sp>
        <p:nvSpPr>
          <p:cNvPr id="43" name="Shape 37"/>
          <p:cNvSpPr/>
          <p:nvPr/>
        </p:nvSpPr>
        <p:spPr>
          <a:xfrm>
            <a:off x="4937760" y="2788920"/>
            <a:ext cx="1371600" cy="292608"/>
          </a:xfrm>
          <a:prstGeom prst="roundRect">
            <a:avLst>
              <a:gd name="adj" fmla="val 43750"/>
            </a:avLst>
          </a:prstGeom>
          <a:solidFill>
            <a:srgbClr val="D867B2"/>
          </a:solidFill>
          <a:ln w="12700">
            <a:solidFill>
              <a:srgbClr val="D867B2"/>
            </a:solidFill>
            <a:prstDash val="solid"/>
          </a:ln>
        </p:spPr>
      </p:sp>
      <p:sp>
        <p:nvSpPr>
          <p:cNvPr id="44" name="Text 38"/>
          <p:cNvSpPr txBox="1"/>
          <p:nvPr/>
        </p:nvSpPr>
        <p:spPr>
          <a:xfrm>
            <a:off x="4937760" y="2788920"/>
            <a:ext cx="137160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Reviewer</a:t>
            </a:r>
            <a:endParaRPr lang="en-US" sz="1200" dirty="0"/>
          </a:p>
        </p:txBody>
      </p:sp>
      <p:sp>
        <p:nvSpPr>
          <p:cNvPr id="45" name="Shape 39"/>
          <p:cNvSpPr/>
          <p:nvPr/>
        </p:nvSpPr>
        <p:spPr>
          <a:xfrm>
            <a:off x="4754880" y="3200400"/>
            <a:ext cx="841248" cy="365760"/>
          </a:xfrm>
          <a:prstGeom prst="roundRect">
            <a:avLst>
              <a:gd name="adj" fmla="val 25000"/>
            </a:avLst>
          </a:prstGeom>
          <a:solidFill>
            <a:srgbClr val="EFEFEF"/>
          </a:solidFill>
          <a:ln w="12700">
            <a:solidFill>
              <a:srgbClr val="EFEFEF"/>
            </a:solidFill>
            <a:prstDash val="solid"/>
          </a:ln>
        </p:spPr>
      </p:sp>
      <p:sp>
        <p:nvSpPr>
          <p:cNvPr id="46" name="Text 40"/>
          <p:cNvSpPr txBox="1"/>
          <p:nvPr/>
        </p:nvSpPr>
        <p:spPr>
          <a:xfrm>
            <a:off x="475488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Periksa PR</a:t>
            </a:r>
            <a:endParaRPr lang="en-US" sz="1000" dirty="0"/>
          </a:p>
        </p:txBody>
      </p:sp>
      <p:sp>
        <p:nvSpPr>
          <p:cNvPr id="47" name="Shape 41"/>
          <p:cNvSpPr/>
          <p:nvPr/>
        </p:nvSpPr>
        <p:spPr>
          <a:xfrm>
            <a:off x="5669280" y="3200400"/>
            <a:ext cx="841248" cy="365760"/>
          </a:xfrm>
          <a:prstGeom prst="roundRect">
            <a:avLst>
              <a:gd name="adj" fmla="val 25000"/>
            </a:avLst>
          </a:prstGeom>
          <a:solidFill>
            <a:srgbClr val="EFEFEF"/>
          </a:solidFill>
          <a:ln w="12700">
            <a:solidFill>
              <a:srgbClr val="EFEFEF"/>
            </a:solidFill>
            <a:prstDash val="solid"/>
          </a:ln>
        </p:spPr>
      </p:sp>
      <p:sp>
        <p:nvSpPr>
          <p:cNvPr id="48" name="Text 42"/>
          <p:cNvSpPr txBox="1"/>
          <p:nvPr/>
        </p:nvSpPr>
        <p:spPr>
          <a:xfrm>
            <a:off x="566928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Beri komentar</a:t>
            </a:r>
            <a:endParaRPr lang="en-US" sz="1000" dirty="0"/>
          </a:p>
        </p:txBody>
      </p:sp>
      <p:sp>
        <p:nvSpPr>
          <p:cNvPr id="49" name="Shape 43"/>
          <p:cNvSpPr/>
          <p:nvPr/>
        </p:nvSpPr>
        <p:spPr>
          <a:xfrm>
            <a:off x="4754880" y="3657600"/>
            <a:ext cx="841248" cy="365760"/>
          </a:xfrm>
          <a:prstGeom prst="roundRect">
            <a:avLst>
              <a:gd name="adj" fmla="val 25000"/>
            </a:avLst>
          </a:prstGeom>
          <a:solidFill>
            <a:srgbClr val="EFEFEF"/>
          </a:solidFill>
          <a:ln w="12700">
            <a:solidFill>
              <a:srgbClr val="EFEFEF"/>
            </a:solidFill>
            <a:prstDash val="solid"/>
          </a:ln>
        </p:spPr>
      </p:sp>
      <p:sp>
        <p:nvSpPr>
          <p:cNvPr id="50" name="Text 44"/>
          <p:cNvSpPr txBox="1"/>
          <p:nvPr/>
        </p:nvSpPr>
        <p:spPr>
          <a:xfrm>
            <a:off x="4754880" y="36576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Approve PR</a:t>
            </a:r>
            <a:endParaRPr lang="en-US" sz="1000" dirty="0"/>
          </a:p>
        </p:txBody>
      </p:sp>
      <p:sp>
        <p:nvSpPr>
          <p:cNvPr id="51" name="Kartu Dokumentator"/>
          <p:cNvSpPr/>
          <p:nvPr/>
        </p:nvSpPr>
        <p:spPr>
          <a:xfrm>
            <a:off x="6766560" y="1097280"/>
            <a:ext cx="1920240" cy="3611880"/>
          </a:xfrm>
          <a:prstGeom prst="roundRect">
            <a:avLst>
              <a:gd name="adj" fmla="val 5714"/>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2" name="Shape 46"/>
          <p:cNvSpPr/>
          <p:nvPr/>
        </p:nvSpPr>
        <p:spPr>
          <a:xfrm>
            <a:off x="7315200" y="1280160"/>
            <a:ext cx="822960" cy="822960"/>
          </a:xfrm>
          <a:prstGeom prst="ellipse">
            <a:avLst/>
          </a:prstGeom>
          <a:solidFill>
            <a:srgbClr val="E9573F"/>
          </a:solidFill>
          <a:ln w="12700">
            <a:solidFill>
              <a:srgbClr val="E9573F"/>
            </a:solidFill>
            <a:prstDash val="solid"/>
          </a:ln>
        </p:spPr>
      </p:sp>
      <p:pic>
        <p:nvPicPr>
          <p:cNvPr id="53" name="Image 3" descr="preencoded.png">    </p:cNvPr>
          <p:cNvPicPr>
            <a:picLocks noChangeAspect="1"/>
          </p:cNvPicPr>
          <p:nvPr/>
        </p:nvPicPr>
        <p:blipFill>
          <a:blip r:embed="rId4"/>
          <a:stretch>
            <a:fillRect/>
          </a:stretch>
        </p:blipFill>
        <p:spPr>
          <a:xfrm>
            <a:off x="7543800" y="1481328"/>
            <a:ext cx="365760" cy="365760"/>
          </a:xfrm>
          <a:prstGeom prst="rect">
            <a:avLst/>
          </a:prstGeom>
        </p:spPr>
      </p:pic>
      <p:sp>
        <p:nvSpPr>
          <p:cNvPr id="54" name="Text 47"/>
          <p:cNvSpPr txBox="1"/>
          <p:nvPr/>
        </p:nvSpPr>
        <p:spPr>
          <a:xfrm>
            <a:off x="6766560" y="2194560"/>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[Nama Anggota 4]</a:t>
            </a:r>
            <a:endParaRPr lang="en-US" sz="1300" dirty="0"/>
          </a:p>
        </p:txBody>
      </p:sp>
      <p:sp>
        <p:nvSpPr>
          <p:cNvPr id="55" name="Text 48"/>
          <p:cNvSpPr txBox="1"/>
          <p:nvPr/>
        </p:nvSpPr>
        <p:spPr>
          <a:xfrm>
            <a:off x="6766560" y="2468880"/>
            <a:ext cx="1920240" cy="228600"/>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@username-4</a:t>
            </a:r>
            <a:endParaRPr lang="en-US" sz="1100" dirty="0"/>
          </a:p>
        </p:txBody>
      </p:sp>
      <p:sp>
        <p:nvSpPr>
          <p:cNvPr id="56" name="Shape 49"/>
          <p:cNvSpPr/>
          <p:nvPr/>
        </p:nvSpPr>
        <p:spPr>
          <a:xfrm>
            <a:off x="7040880" y="2788920"/>
            <a:ext cx="1371600" cy="292608"/>
          </a:xfrm>
          <a:prstGeom prst="roundRect">
            <a:avLst>
              <a:gd name="adj" fmla="val 43750"/>
            </a:avLst>
          </a:prstGeom>
          <a:solidFill>
            <a:srgbClr val="E9573F"/>
          </a:solidFill>
          <a:ln w="12700">
            <a:solidFill>
              <a:srgbClr val="E9573F"/>
            </a:solidFill>
            <a:prstDash val="solid"/>
          </a:ln>
        </p:spPr>
      </p:sp>
      <p:sp>
        <p:nvSpPr>
          <p:cNvPr id="57" name="Text 50"/>
          <p:cNvSpPr txBox="1"/>
          <p:nvPr/>
        </p:nvSpPr>
        <p:spPr>
          <a:xfrm>
            <a:off x="7040880" y="2788920"/>
            <a:ext cx="137160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Dokumentator</a:t>
            </a:r>
            <a:endParaRPr lang="en-US" sz="1200" dirty="0"/>
          </a:p>
        </p:txBody>
      </p:sp>
      <p:sp>
        <p:nvSpPr>
          <p:cNvPr id="58" name="Shape 51"/>
          <p:cNvSpPr/>
          <p:nvPr/>
        </p:nvSpPr>
        <p:spPr>
          <a:xfrm>
            <a:off x="6858000" y="3200400"/>
            <a:ext cx="841248" cy="365760"/>
          </a:xfrm>
          <a:prstGeom prst="roundRect">
            <a:avLst>
              <a:gd name="adj" fmla="val 25000"/>
            </a:avLst>
          </a:prstGeom>
          <a:solidFill>
            <a:srgbClr val="EFEFEF"/>
          </a:solidFill>
          <a:ln w="12700">
            <a:solidFill>
              <a:srgbClr val="EFEFEF"/>
            </a:solidFill>
            <a:prstDash val="solid"/>
          </a:ln>
        </p:spPr>
      </p:sp>
      <p:sp>
        <p:nvSpPr>
          <p:cNvPr id="59" name="Text 52"/>
          <p:cNvSpPr txBox="1"/>
          <p:nvPr/>
        </p:nvSpPr>
        <p:spPr>
          <a:xfrm>
            <a:off x="685800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README.md</a:t>
            </a:r>
            <a:endParaRPr lang="en-US" sz="1000" dirty="0"/>
          </a:p>
        </p:txBody>
      </p:sp>
      <p:sp>
        <p:nvSpPr>
          <p:cNvPr id="60" name="Shape 53"/>
          <p:cNvSpPr/>
          <p:nvPr/>
        </p:nvSpPr>
        <p:spPr>
          <a:xfrm>
            <a:off x="7772400" y="3200400"/>
            <a:ext cx="841248" cy="365760"/>
          </a:xfrm>
          <a:prstGeom prst="roundRect">
            <a:avLst>
              <a:gd name="adj" fmla="val 25000"/>
            </a:avLst>
          </a:prstGeom>
          <a:solidFill>
            <a:srgbClr val="EFEFEF"/>
          </a:solidFill>
          <a:ln w="12700">
            <a:solidFill>
              <a:srgbClr val="EFEFEF"/>
            </a:solidFill>
            <a:prstDash val="solid"/>
          </a:ln>
        </p:spPr>
      </p:sp>
      <p:sp>
        <p:nvSpPr>
          <p:cNvPr id="61" name="Text 54"/>
          <p:cNvSpPr txBox="1"/>
          <p:nvPr/>
        </p:nvSpPr>
        <p:spPr>
          <a:xfrm>
            <a:off x="7772400" y="3200400"/>
            <a:ext cx="841248" cy="365760"/>
          </a:xfrm>
          <a:prstGeom prst="rect">
            <a:avLst/>
          </a:prstGeom>
          <a:noFill/>
          <a:ln/>
        </p:spPr>
        <p:txBody>
          <a:bodyPr wrap="square" lIns="0" tIns="0" rIns="0" bIns="0" rtlCol="0" anchor="ctr"/>
          <a:lstStyle/>
          <a:p>
            <a:pPr algn="ctr" indent="0" marL="0">
              <a:buNone/>
            </a:pPr>
            <a:r>
              <a:rPr lang="en-US" sz="1000" b="1" dirty="0">
                <a:solidFill>
                  <a:srgbClr val="333333"/>
                </a:solidFill>
                <a:latin typeface="Calibri" pitchFamily="34" charset="0"/>
                <a:ea typeface="Calibri" pitchFamily="34" charset="-122"/>
                <a:cs typeface="Calibri" pitchFamily="34" charset="-120"/>
              </a:rPr>
              <a:t>PPTX</a:t>
            </a:r>
            <a:endParaRPr lang="en-US" sz="1000" dirty="0"/>
          </a:p>
        </p:txBody>
      </p:sp>
      <p:sp>
        <p:nvSpPr>
          <p:cNvPr id="6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Project Overview</a:t>
            </a:r>
            <a:endParaRPr lang="en-US" sz="3000" dirty="0"/>
          </a:p>
        </p:txBody>
      </p:sp>
      <p:sp>
        <p:nvSpPr>
          <p:cNvPr id="4" name="Masalah"/>
          <p:cNvSpPr/>
          <p:nvPr/>
        </p:nvSpPr>
        <p:spPr>
          <a:xfrm>
            <a:off x="457200" y="1097280"/>
            <a:ext cx="3566160" cy="1234440"/>
          </a:xfrm>
          <a:prstGeom prst="roundRect">
            <a:avLst>
              <a:gd name="adj" fmla="val 8889"/>
            </a:avLst>
          </a:prstGeom>
          <a:solidFill>
            <a:srgbClr val="FDEBE8"/>
          </a:solidFill>
          <a:ln w="12700">
            <a:solidFill>
              <a:srgbClr val="FDEBE8"/>
            </a:solidFill>
            <a:prstDash val="solid"/>
          </a:ln>
        </p:spPr>
      </p:sp>
      <p:sp>
        <p:nvSpPr>
          <p:cNvPr id="5" name="Shape 2"/>
          <p:cNvSpPr/>
          <p:nvPr/>
        </p:nvSpPr>
        <p:spPr>
          <a:xfrm>
            <a:off x="640080" y="1325880"/>
            <a:ext cx="731520" cy="731520"/>
          </a:xfrm>
          <a:prstGeom prst="ellipse">
            <a:avLst/>
          </a:prstGeom>
          <a:solidFill>
            <a:srgbClr val="E9573F"/>
          </a:solidFill>
          <a:ln w="12700">
            <a:solidFill>
              <a:srgbClr val="E9573F"/>
            </a:solidFill>
            <a:prstDash val="solid"/>
          </a:ln>
        </p:spPr>
      </p:sp>
      <p:pic>
        <p:nvPicPr>
          <p:cNvPr id="6" name="Image 0" descr="preencoded.png">    </p:cNvPr>
          <p:cNvPicPr>
            <a:picLocks noChangeAspect="1"/>
          </p:cNvPicPr>
          <p:nvPr/>
        </p:nvPicPr>
        <p:blipFill>
          <a:blip r:embed="rId1"/>
          <a:stretch>
            <a:fillRect/>
          </a:stretch>
        </p:blipFill>
        <p:spPr>
          <a:xfrm>
            <a:off x="822960" y="1508760"/>
            <a:ext cx="365760" cy="365760"/>
          </a:xfrm>
          <a:prstGeom prst="rect">
            <a:avLst/>
          </a:prstGeom>
        </p:spPr>
      </p:pic>
      <p:sp>
        <p:nvSpPr>
          <p:cNvPr id="7" name="Text 3"/>
          <p:cNvSpPr txBox="1"/>
          <p:nvPr/>
        </p:nvSpPr>
        <p:spPr>
          <a:xfrm>
            <a:off x="1508760" y="1234440"/>
            <a:ext cx="2377440" cy="274320"/>
          </a:xfrm>
          <a:prstGeom prst="rect">
            <a:avLst/>
          </a:prstGeom>
          <a:noFill/>
          <a:ln/>
        </p:spPr>
        <p:txBody>
          <a:bodyPr wrap="square" lIns="0" tIns="0" rIns="0" bIns="0" rtlCol="0" anchor="ctr"/>
          <a:lstStyle/>
          <a:p>
            <a:pPr indent="0" marL="0">
              <a:buNone/>
            </a:pPr>
            <a:r>
              <a:rPr lang="en-US" sz="1200" b="1" dirty="0">
                <a:solidFill>
                  <a:srgbClr val="E9573F"/>
                </a:solidFill>
                <a:latin typeface="Calibri" pitchFamily="34" charset="0"/>
                <a:ea typeface="Calibri" pitchFamily="34" charset="-122"/>
                <a:cs typeface="Calibri" pitchFamily="34" charset="-120"/>
              </a:rPr>
              <a:t>Masalah</a:t>
            </a:r>
            <a:endParaRPr lang="en-US" sz="1200" dirty="0"/>
          </a:p>
        </p:txBody>
      </p:sp>
      <p:sp>
        <p:nvSpPr>
          <p:cNvPr id="8" name="Text 4"/>
          <p:cNvSpPr txBox="1"/>
          <p:nvPr/>
        </p:nvSpPr>
        <p:spPr>
          <a:xfrm>
            <a:off x="1508760" y="1508760"/>
            <a:ext cx="2377440" cy="640080"/>
          </a:xfrm>
          <a:prstGeom prst="rect">
            <a:avLst/>
          </a:prstGeom>
          <a:noFill/>
          <a:ln/>
        </p:spPr>
        <p:txBody>
          <a:bodyPr wrap="square" lIns="0" tIns="0" rIns="0" bIns="0" rtlCol="0" anchor="t"/>
          <a:lstStyle/>
          <a:p>
            <a:pPr indent="0" marL="0">
              <a:buNone/>
            </a:pPr>
            <a:r>
              <a:rPr lang="en-US" sz="1600" b="1" dirty="0">
                <a:solidFill>
                  <a:srgbClr val="333333"/>
                </a:solidFill>
                <a:latin typeface="Calibri" pitchFamily="34" charset="0"/>
                <a:ea typeface="Calibri" pitchFamily="34" charset="-122"/>
                <a:cs typeface="Calibri" pitchFamily="34" charset="-120"/>
              </a:rPr>
              <a:t>Belajar sulit diakses &amp; mahal</a:t>
            </a:r>
            <a:endParaRPr lang="en-US" sz="1600" dirty="0"/>
          </a:p>
        </p:txBody>
      </p:sp>
      <p:sp>
        <p:nvSpPr>
          <p:cNvPr id="9" name="Shape 5"/>
          <p:cNvSpPr/>
          <p:nvPr/>
        </p:nvSpPr>
        <p:spPr>
          <a:xfrm>
            <a:off x="4114800" y="1709928"/>
            <a:ext cx="914400" cy="0"/>
          </a:xfrm>
          <a:prstGeom prst="line">
            <a:avLst/>
          </a:prstGeom>
          <a:noFill/>
          <a:ln w="31750">
            <a:solidFill>
              <a:srgbClr val="14A085"/>
            </a:solidFill>
            <a:prstDash val="solid"/>
            <a:tailEnd type="triangle"/>
          </a:ln>
        </p:spPr>
      </p:sp>
      <p:sp>
        <p:nvSpPr>
          <p:cNvPr id="10" name="Solusi"/>
          <p:cNvSpPr/>
          <p:nvPr/>
        </p:nvSpPr>
        <p:spPr>
          <a:xfrm>
            <a:off x="5120640" y="1097280"/>
            <a:ext cx="3566160" cy="1234440"/>
          </a:xfrm>
          <a:prstGeom prst="roundRect">
            <a:avLst>
              <a:gd name="adj" fmla="val 8889"/>
            </a:avLst>
          </a:prstGeom>
          <a:solidFill>
            <a:srgbClr val="E3F5F1"/>
          </a:solidFill>
          <a:ln w="12700">
            <a:solidFill>
              <a:srgbClr val="E3F5F1"/>
            </a:solidFill>
            <a:prstDash val="solid"/>
          </a:ln>
        </p:spPr>
      </p:sp>
      <p:sp>
        <p:nvSpPr>
          <p:cNvPr id="11" name="Shape 7"/>
          <p:cNvSpPr/>
          <p:nvPr/>
        </p:nvSpPr>
        <p:spPr>
          <a:xfrm>
            <a:off x="5303520" y="1325880"/>
            <a:ext cx="731520" cy="731520"/>
          </a:xfrm>
          <a:prstGeom prst="ellipse">
            <a:avLst/>
          </a:prstGeom>
          <a:solidFill>
            <a:srgbClr val="14A085"/>
          </a:solidFill>
          <a:ln w="12700">
            <a:solidFill>
              <a:srgbClr val="14A085"/>
            </a:solidFill>
            <a:prstDash val="solid"/>
          </a:ln>
        </p:spPr>
      </p:sp>
      <p:pic>
        <p:nvPicPr>
          <p:cNvPr id="12" name="Image 1" descr="preencoded.png">    </p:cNvPr>
          <p:cNvPicPr>
            <a:picLocks noChangeAspect="1"/>
          </p:cNvPicPr>
          <p:nvPr/>
        </p:nvPicPr>
        <p:blipFill>
          <a:blip r:embed="rId2"/>
          <a:stretch>
            <a:fillRect/>
          </a:stretch>
        </p:blipFill>
        <p:spPr>
          <a:xfrm>
            <a:off x="5486400" y="1508760"/>
            <a:ext cx="365760" cy="365760"/>
          </a:xfrm>
          <a:prstGeom prst="rect">
            <a:avLst/>
          </a:prstGeom>
        </p:spPr>
      </p:pic>
      <p:sp>
        <p:nvSpPr>
          <p:cNvPr id="13" name="Text 8"/>
          <p:cNvSpPr txBox="1"/>
          <p:nvPr/>
        </p:nvSpPr>
        <p:spPr>
          <a:xfrm>
            <a:off x="6172200" y="1234440"/>
            <a:ext cx="2377440" cy="274320"/>
          </a:xfrm>
          <a:prstGeom prst="rect">
            <a:avLst/>
          </a:prstGeom>
          <a:noFill/>
          <a:ln/>
        </p:spPr>
        <p:txBody>
          <a:bodyPr wrap="square" lIns="0" tIns="0" rIns="0" bIns="0" rtlCol="0" anchor="ctr"/>
          <a:lstStyle/>
          <a:p>
            <a:pPr indent="0" marL="0">
              <a:buNone/>
            </a:pPr>
            <a:r>
              <a:rPr lang="en-US" sz="1200" b="1" dirty="0">
                <a:solidFill>
                  <a:srgbClr val="14A085"/>
                </a:solidFill>
                <a:latin typeface="Calibri" pitchFamily="34" charset="0"/>
                <a:ea typeface="Calibri" pitchFamily="34" charset="-122"/>
                <a:cs typeface="Calibri" pitchFamily="34" charset="-120"/>
              </a:rPr>
              <a:t>Solusi</a:t>
            </a:r>
            <a:endParaRPr lang="en-US" sz="1200" dirty="0"/>
          </a:p>
        </p:txBody>
      </p:sp>
      <p:sp>
        <p:nvSpPr>
          <p:cNvPr id="14" name="Text 9"/>
          <p:cNvSpPr txBox="1"/>
          <p:nvPr/>
        </p:nvSpPr>
        <p:spPr>
          <a:xfrm>
            <a:off x="6172200" y="1508760"/>
            <a:ext cx="2377440" cy="640080"/>
          </a:xfrm>
          <a:prstGeom prst="rect">
            <a:avLst/>
          </a:prstGeom>
          <a:noFill/>
          <a:ln/>
        </p:spPr>
        <p:txBody>
          <a:bodyPr wrap="square" lIns="0" tIns="0" rIns="0" bIns="0" rtlCol="0" anchor="t"/>
          <a:lstStyle/>
          <a:p>
            <a:pPr indent="0" marL="0">
              <a:buNone/>
            </a:pPr>
            <a:r>
              <a:rPr lang="en-US" sz="1600" b="1" dirty="0">
                <a:solidFill>
                  <a:srgbClr val="333333"/>
                </a:solidFill>
                <a:latin typeface="Calibri" pitchFamily="34" charset="0"/>
                <a:ea typeface="Calibri" pitchFamily="34" charset="-122"/>
                <a:cs typeface="Calibri" pitchFamily="34" charset="-120"/>
              </a:rPr>
              <a:t>Kursus online SD, SMP, SMA</a:t>
            </a:r>
            <a:endParaRPr lang="en-US" sz="1600" dirty="0"/>
          </a:p>
        </p:txBody>
      </p:sp>
      <p:sp>
        <p:nvSpPr>
          <p:cNvPr id="15" name="Jenjang SD"/>
          <p:cNvSpPr/>
          <p:nvPr/>
        </p:nvSpPr>
        <p:spPr>
          <a:xfrm>
            <a:off x="457200" y="2606040"/>
            <a:ext cx="256032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Shape 11"/>
          <p:cNvSpPr/>
          <p:nvPr/>
        </p:nvSpPr>
        <p:spPr>
          <a:xfrm>
            <a:off x="640080" y="2743200"/>
            <a:ext cx="594360" cy="594360"/>
          </a:xfrm>
          <a:prstGeom prst="ellipse">
            <a:avLst/>
          </a:prstGeom>
          <a:solidFill>
            <a:srgbClr val="61B331"/>
          </a:solidFill>
          <a:ln w="12700">
            <a:solidFill>
              <a:srgbClr val="61B331"/>
            </a:solidFill>
            <a:prstDash val="solid"/>
          </a:ln>
        </p:spPr>
      </p:sp>
      <p:pic>
        <p:nvPicPr>
          <p:cNvPr id="17" name="Image 2" descr="preencoded.png">    </p:cNvPr>
          <p:cNvPicPr>
            <a:picLocks noChangeAspect="1"/>
          </p:cNvPicPr>
          <p:nvPr/>
        </p:nvPicPr>
        <p:blipFill>
          <a:blip r:embed="rId3"/>
          <a:stretch>
            <a:fillRect/>
          </a:stretch>
        </p:blipFill>
        <p:spPr>
          <a:xfrm>
            <a:off x="788670" y="2891790"/>
            <a:ext cx="297180" cy="297180"/>
          </a:xfrm>
          <a:prstGeom prst="rect">
            <a:avLst/>
          </a:prstGeom>
        </p:spPr>
      </p:pic>
      <p:sp>
        <p:nvSpPr>
          <p:cNvPr id="18" name="Text 12"/>
          <p:cNvSpPr txBox="1"/>
          <p:nvPr/>
        </p:nvSpPr>
        <p:spPr>
          <a:xfrm>
            <a:off x="1417320" y="2697480"/>
            <a:ext cx="1463040" cy="685800"/>
          </a:xfrm>
          <a:prstGeom prst="rect">
            <a:avLst/>
          </a:prstGeom>
          <a:noFill/>
          <a:ln/>
        </p:spPr>
        <p:txBody>
          <a:bodyPr wrap="square" lIns="0" tIns="0" rIns="0" bIns="0" rtlCol="0" anchor="ctr"/>
          <a:lstStyle/>
          <a:p>
            <a:pPr indent="0" marL="0">
              <a:buNone/>
            </a:pPr>
            <a:r>
              <a:rPr lang="en-US" sz="3000" b="1" dirty="0">
                <a:solidFill>
                  <a:srgbClr val="61B331"/>
                </a:solidFill>
                <a:latin typeface="Calibri" pitchFamily="34" charset="0"/>
                <a:ea typeface="Calibri" pitchFamily="34" charset="-122"/>
                <a:cs typeface="Calibri" pitchFamily="34" charset="-120"/>
              </a:rPr>
              <a:t>SD</a:t>
            </a:r>
            <a:endParaRPr lang="en-US" sz="3000" dirty="0"/>
          </a:p>
        </p:txBody>
      </p:sp>
      <p:sp>
        <p:nvSpPr>
          <p:cNvPr id="19" name="Jenjang SMP"/>
          <p:cNvSpPr/>
          <p:nvPr/>
        </p:nvSpPr>
        <p:spPr>
          <a:xfrm>
            <a:off x="3291840" y="2606040"/>
            <a:ext cx="256032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4"/>
          <p:cNvSpPr/>
          <p:nvPr/>
        </p:nvSpPr>
        <p:spPr>
          <a:xfrm>
            <a:off x="3474720" y="2743200"/>
            <a:ext cx="594360" cy="594360"/>
          </a:xfrm>
          <a:prstGeom prst="ellipse">
            <a:avLst/>
          </a:prstGeom>
          <a:solidFill>
            <a:srgbClr val="2FA4E7"/>
          </a:solidFill>
          <a:ln w="12700">
            <a:solidFill>
              <a:srgbClr val="2FA4E7"/>
            </a:solidFill>
            <a:prstDash val="solid"/>
          </a:ln>
        </p:spPr>
      </p:sp>
      <p:pic>
        <p:nvPicPr>
          <p:cNvPr id="21" name="Image 3" descr="preencoded.png">    </p:cNvPr>
          <p:cNvPicPr>
            <a:picLocks noChangeAspect="1"/>
          </p:cNvPicPr>
          <p:nvPr/>
        </p:nvPicPr>
        <p:blipFill>
          <a:blip r:embed="rId4"/>
          <a:stretch>
            <a:fillRect/>
          </a:stretch>
        </p:blipFill>
        <p:spPr>
          <a:xfrm>
            <a:off x="3623310" y="2891790"/>
            <a:ext cx="297180" cy="297180"/>
          </a:xfrm>
          <a:prstGeom prst="rect">
            <a:avLst/>
          </a:prstGeom>
        </p:spPr>
      </p:pic>
      <p:sp>
        <p:nvSpPr>
          <p:cNvPr id="22" name="Text 15"/>
          <p:cNvSpPr txBox="1"/>
          <p:nvPr/>
        </p:nvSpPr>
        <p:spPr>
          <a:xfrm>
            <a:off x="4251960" y="2697480"/>
            <a:ext cx="1463040" cy="685800"/>
          </a:xfrm>
          <a:prstGeom prst="rect">
            <a:avLst/>
          </a:prstGeom>
          <a:noFill/>
          <a:ln/>
        </p:spPr>
        <p:txBody>
          <a:bodyPr wrap="square" lIns="0" tIns="0" rIns="0" bIns="0" rtlCol="0" anchor="ctr"/>
          <a:lstStyle/>
          <a:p>
            <a:pPr indent="0" marL="0">
              <a:buNone/>
            </a:pPr>
            <a:r>
              <a:rPr lang="en-US" sz="3000" b="1" dirty="0">
                <a:solidFill>
                  <a:srgbClr val="2FA4E7"/>
                </a:solidFill>
                <a:latin typeface="Calibri" pitchFamily="34" charset="0"/>
                <a:ea typeface="Calibri" pitchFamily="34" charset="-122"/>
                <a:cs typeface="Calibri" pitchFamily="34" charset="-120"/>
              </a:rPr>
              <a:t>SMP</a:t>
            </a:r>
            <a:endParaRPr lang="en-US" sz="3000" dirty="0"/>
          </a:p>
        </p:txBody>
      </p:sp>
      <p:sp>
        <p:nvSpPr>
          <p:cNvPr id="23" name="Jenjang SMA"/>
          <p:cNvSpPr/>
          <p:nvPr/>
        </p:nvSpPr>
        <p:spPr>
          <a:xfrm>
            <a:off x="6126480" y="2606040"/>
            <a:ext cx="256032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17"/>
          <p:cNvSpPr/>
          <p:nvPr/>
        </p:nvSpPr>
        <p:spPr>
          <a:xfrm>
            <a:off x="6309360" y="2743200"/>
            <a:ext cx="594360" cy="594360"/>
          </a:xfrm>
          <a:prstGeom prst="ellipse">
            <a:avLst/>
          </a:prstGeom>
          <a:solidFill>
            <a:srgbClr val="E9573F"/>
          </a:solidFill>
          <a:ln w="12700">
            <a:solidFill>
              <a:srgbClr val="E9573F"/>
            </a:solidFill>
            <a:prstDash val="solid"/>
          </a:ln>
        </p:spPr>
      </p:sp>
      <p:pic>
        <p:nvPicPr>
          <p:cNvPr id="25" name="Image 4" descr="preencoded.png">    </p:cNvPr>
          <p:cNvPicPr>
            <a:picLocks noChangeAspect="1"/>
          </p:cNvPicPr>
          <p:nvPr/>
        </p:nvPicPr>
        <p:blipFill>
          <a:blip r:embed="rId5"/>
          <a:stretch>
            <a:fillRect/>
          </a:stretch>
        </p:blipFill>
        <p:spPr>
          <a:xfrm>
            <a:off x="6457950" y="2891790"/>
            <a:ext cx="297180" cy="297180"/>
          </a:xfrm>
          <a:prstGeom prst="rect">
            <a:avLst/>
          </a:prstGeom>
        </p:spPr>
      </p:pic>
      <p:sp>
        <p:nvSpPr>
          <p:cNvPr id="26" name="Text 18"/>
          <p:cNvSpPr txBox="1"/>
          <p:nvPr/>
        </p:nvSpPr>
        <p:spPr>
          <a:xfrm>
            <a:off x="7086600" y="2697480"/>
            <a:ext cx="1463040" cy="685800"/>
          </a:xfrm>
          <a:prstGeom prst="rect">
            <a:avLst/>
          </a:prstGeom>
          <a:noFill/>
          <a:ln/>
        </p:spPr>
        <p:txBody>
          <a:bodyPr wrap="square" lIns="0" tIns="0" rIns="0" bIns="0" rtlCol="0" anchor="ctr"/>
          <a:lstStyle/>
          <a:p>
            <a:pPr indent="0" marL="0">
              <a:buNone/>
            </a:pPr>
            <a:r>
              <a:rPr lang="en-US" sz="3000" b="1" dirty="0">
                <a:solidFill>
                  <a:srgbClr val="E9573F"/>
                </a:solidFill>
                <a:latin typeface="Calibri" pitchFamily="34" charset="0"/>
                <a:ea typeface="Calibri" pitchFamily="34" charset="-122"/>
                <a:cs typeface="Calibri" pitchFamily="34" charset="-120"/>
              </a:rPr>
              <a:t>SMA</a:t>
            </a:r>
            <a:endParaRPr lang="en-US" sz="3000" dirty="0"/>
          </a:p>
        </p:txBody>
      </p:sp>
      <p:sp>
        <p:nvSpPr>
          <p:cNvPr id="27" name="Angka Halaman utama"/>
          <p:cNvSpPr/>
          <p:nvPr/>
        </p:nvSpPr>
        <p:spPr>
          <a:xfrm>
            <a:off x="457200" y="3703320"/>
            <a:ext cx="2560320" cy="1005840"/>
          </a:xfrm>
          <a:prstGeom prst="roundRect">
            <a:avLst>
              <a:gd name="adj" fmla="val 10909"/>
            </a:avLst>
          </a:prstGeom>
          <a:solidFill>
            <a:srgbClr val="EFEFEF"/>
          </a:solidFill>
          <a:ln w="12700">
            <a:solidFill>
              <a:srgbClr val="EFEFEF"/>
            </a:solidFill>
            <a:prstDash val="solid"/>
          </a:ln>
        </p:spPr>
      </p:sp>
      <p:sp>
        <p:nvSpPr>
          <p:cNvPr id="28" name="Text 20"/>
          <p:cNvSpPr txBox="1"/>
          <p:nvPr/>
        </p:nvSpPr>
        <p:spPr>
          <a:xfrm>
            <a:off x="594360" y="3749040"/>
            <a:ext cx="914400" cy="914400"/>
          </a:xfrm>
          <a:prstGeom prst="rect">
            <a:avLst/>
          </a:prstGeom>
          <a:noFill/>
          <a:ln/>
        </p:spPr>
        <p:txBody>
          <a:bodyPr wrap="square" lIns="0" tIns="0" rIns="0" bIns="0" rtlCol="0" anchor="ctr"/>
          <a:lstStyle/>
          <a:p>
            <a:pPr algn="ctr" indent="0" marL="0">
              <a:buNone/>
            </a:pPr>
            <a:r>
              <a:rPr lang="en-US" sz="5400" b="1" dirty="0">
                <a:solidFill>
                  <a:srgbClr val="14A085"/>
                </a:solidFill>
                <a:latin typeface="Calibri" pitchFamily="34" charset="0"/>
                <a:ea typeface="Calibri" pitchFamily="34" charset="-122"/>
                <a:cs typeface="Calibri" pitchFamily="34" charset="-120"/>
              </a:rPr>
              <a:t>6</a:t>
            </a:r>
            <a:endParaRPr lang="en-US" sz="5400" dirty="0"/>
          </a:p>
        </p:txBody>
      </p:sp>
      <p:sp>
        <p:nvSpPr>
          <p:cNvPr id="29" name="Text 21"/>
          <p:cNvSpPr txBox="1"/>
          <p:nvPr/>
        </p:nvSpPr>
        <p:spPr>
          <a:xfrm>
            <a:off x="1554480" y="3749040"/>
            <a:ext cx="1371600" cy="91440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Halaman utama</a:t>
            </a:r>
            <a:endParaRPr lang="en-US" sz="1400" dirty="0"/>
          </a:p>
        </p:txBody>
      </p:sp>
      <p:sp>
        <p:nvSpPr>
          <p:cNvPr id="30" name="Angka Berita &amp; artikel"/>
          <p:cNvSpPr/>
          <p:nvPr/>
        </p:nvSpPr>
        <p:spPr>
          <a:xfrm>
            <a:off x="3291840" y="3703320"/>
            <a:ext cx="2560320" cy="1005840"/>
          </a:xfrm>
          <a:prstGeom prst="roundRect">
            <a:avLst>
              <a:gd name="adj" fmla="val 10909"/>
            </a:avLst>
          </a:prstGeom>
          <a:solidFill>
            <a:srgbClr val="EFEFEF"/>
          </a:solidFill>
          <a:ln w="12700">
            <a:solidFill>
              <a:srgbClr val="EFEFEF"/>
            </a:solidFill>
            <a:prstDash val="solid"/>
          </a:ln>
        </p:spPr>
      </p:sp>
      <p:sp>
        <p:nvSpPr>
          <p:cNvPr id="31" name="Text 23"/>
          <p:cNvSpPr txBox="1"/>
          <p:nvPr/>
        </p:nvSpPr>
        <p:spPr>
          <a:xfrm>
            <a:off x="3429000" y="3749040"/>
            <a:ext cx="914400" cy="914400"/>
          </a:xfrm>
          <a:prstGeom prst="rect">
            <a:avLst/>
          </a:prstGeom>
          <a:noFill/>
          <a:ln/>
        </p:spPr>
        <p:txBody>
          <a:bodyPr wrap="square" lIns="0" tIns="0" rIns="0" bIns="0" rtlCol="0" anchor="ctr"/>
          <a:lstStyle/>
          <a:p>
            <a:pPr algn="ctr" indent="0" marL="0">
              <a:buNone/>
            </a:pPr>
            <a:r>
              <a:rPr lang="en-US" sz="5400" b="1" dirty="0">
                <a:solidFill>
                  <a:srgbClr val="2FA4E7"/>
                </a:solidFill>
                <a:latin typeface="Calibri" pitchFamily="34" charset="0"/>
                <a:ea typeface="Calibri" pitchFamily="34" charset="-122"/>
                <a:cs typeface="Calibri" pitchFamily="34" charset="-120"/>
              </a:rPr>
              <a:t>6</a:t>
            </a:r>
            <a:endParaRPr lang="en-US" sz="5400" dirty="0"/>
          </a:p>
        </p:txBody>
      </p:sp>
      <p:sp>
        <p:nvSpPr>
          <p:cNvPr id="32" name="Text 24"/>
          <p:cNvSpPr txBox="1"/>
          <p:nvPr/>
        </p:nvSpPr>
        <p:spPr>
          <a:xfrm>
            <a:off x="4389120" y="3749040"/>
            <a:ext cx="1371600" cy="91440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Berita &amp; artikel</a:t>
            </a:r>
            <a:endParaRPr lang="en-US" sz="1400" dirty="0"/>
          </a:p>
        </p:txBody>
      </p:sp>
      <p:sp>
        <p:nvSpPr>
          <p:cNvPr id="33" name="Angka Paket harga"/>
          <p:cNvSpPr/>
          <p:nvPr/>
        </p:nvSpPr>
        <p:spPr>
          <a:xfrm>
            <a:off x="6126480" y="3703320"/>
            <a:ext cx="2560320" cy="1005840"/>
          </a:xfrm>
          <a:prstGeom prst="roundRect">
            <a:avLst>
              <a:gd name="adj" fmla="val 10909"/>
            </a:avLst>
          </a:prstGeom>
          <a:solidFill>
            <a:srgbClr val="EFEFEF"/>
          </a:solidFill>
          <a:ln w="12700">
            <a:solidFill>
              <a:srgbClr val="EFEFEF"/>
            </a:solidFill>
            <a:prstDash val="solid"/>
          </a:ln>
        </p:spPr>
      </p:sp>
      <p:sp>
        <p:nvSpPr>
          <p:cNvPr id="34" name="Text 26"/>
          <p:cNvSpPr txBox="1"/>
          <p:nvPr/>
        </p:nvSpPr>
        <p:spPr>
          <a:xfrm>
            <a:off x="6263640" y="3749040"/>
            <a:ext cx="914400" cy="914400"/>
          </a:xfrm>
          <a:prstGeom prst="rect">
            <a:avLst/>
          </a:prstGeom>
          <a:noFill/>
          <a:ln/>
        </p:spPr>
        <p:txBody>
          <a:bodyPr wrap="square" lIns="0" tIns="0" rIns="0" bIns="0" rtlCol="0" anchor="ctr"/>
          <a:lstStyle/>
          <a:p>
            <a:pPr algn="ctr" indent="0" marL="0">
              <a:buNone/>
            </a:pPr>
            <a:r>
              <a:rPr lang="en-US" sz="5400" b="1" dirty="0">
                <a:solidFill>
                  <a:srgbClr val="D867B2"/>
                </a:solidFill>
                <a:latin typeface="Calibri" pitchFamily="34" charset="0"/>
                <a:ea typeface="Calibri" pitchFamily="34" charset="-122"/>
                <a:cs typeface="Calibri" pitchFamily="34" charset="-120"/>
              </a:rPr>
              <a:t>4</a:t>
            </a:r>
            <a:endParaRPr lang="en-US" sz="5400" dirty="0"/>
          </a:p>
        </p:txBody>
      </p:sp>
      <p:sp>
        <p:nvSpPr>
          <p:cNvPr id="35" name="Text 27"/>
          <p:cNvSpPr txBox="1"/>
          <p:nvPr/>
        </p:nvSpPr>
        <p:spPr>
          <a:xfrm>
            <a:off x="7223760" y="3749040"/>
            <a:ext cx="1371600" cy="91440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Paket harga</a:t>
            </a:r>
            <a:endParaRPr lang="en-US" sz="1400" dirty="0"/>
          </a:p>
        </p:txBody>
      </p:sp>
      <p:sp>
        <p:nvSpPr>
          <p:cNvPr id="36"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Fitur &amp; Halaman</a:t>
            </a:r>
            <a:endParaRPr lang="en-US" sz="3000" dirty="0"/>
          </a:p>
        </p:txBody>
      </p:sp>
      <p:sp>
        <p:nvSpPr>
          <p:cNvPr id="4" name="Halaman Beranda"/>
          <p:cNvSpPr/>
          <p:nvPr/>
        </p:nvSpPr>
        <p:spPr>
          <a:xfrm>
            <a:off x="457200" y="10972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594360" y="1243584"/>
            <a:ext cx="512064" cy="512064"/>
          </a:xfrm>
          <a:prstGeom prst="ellipse">
            <a:avLst/>
          </a:prstGeom>
          <a:solidFill>
            <a:srgbClr val="14A085"/>
          </a:solidFill>
          <a:ln w="12700">
            <a:solidFill>
              <a:srgbClr val="14A085"/>
            </a:solidFill>
            <a:prstDash val="solid"/>
          </a:ln>
        </p:spPr>
      </p:sp>
      <p:pic>
        <p:nvPicPr>
          <p:cNvPr id="6" name="Image 0" descr="preencoded.png">    </p:cNvPr>
          <p:cNvPicPr>
            <a:picLocks noChangeAspect="1"/>
          </p:cNvPicPr>
          <p:nvPr/>
        </p:nvPicPr>
        <p:blipFill>
          <a:blip r:embed="rId1"/>
          <a:stretch>
            <a:fillRect/>
          </a:stretch>
        </p:blipFill>
        <p:spPr>
          <a:xfrm>
            <a:off x="722376" y="1371600"/>
            <a:ext cx="256032" cy="256032"/>
          </a:xfrm>
          <a:prstGeom prst="rect">
            <a:avLst/>
          </a:prstGeom>
        </p:spPr>
      </p:pic>
      <p:sp>
        <p:nvSpPr>
          <p:cNvPr id="7" name="Text 3"/>
          <p:cNvSpPr txBox="1"/>
          <p:nvPr/>
        </p:nvSpPr>
        <p:spPr>
          <a:xfrm>
            <a:off x="1234440" y="11887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Beranda</a:t>
            </a:r>
            <a:endParaRPr lang="en-US" sz="1400" dirty="0"/>
          </a:p>
        </p:txBody>
      </p:sp>
      <p:sp>
        <p:nvSpPr>
          <p:cNvPr id="8" name="Text 4"/>
          <p:cNvSpPr txBox="1"/>
          <p:nvPr/>
        </p:nvSpPr>
        <p:spPr>
          <a:xfrm>
            <a:off x="1234440" y="14996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Slider &amp; kursus unggulan</a:t>
            </a:r>
            <a:endParaRPr lang="en-US" sz="1000" dirty="0"/>
          </a:p>
        </p:txBody>
      </p:sp>
      <p:sp>
        <p:nvSpPr>
          <p:cNvPr id="9" name="Halaman Tentang Kami"/>
          <p:cNvSpPr/>
          <p:nvPr/>
        </p:nvSpPr>
        <p:spPr>
          <a:xfrm>
            <a:off x="2971800" y="10972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6"/>
          <p:cNvSpPr/>
          <p:nvPr/>
        </p:nvSpPr>
        <p:spPr>
          <a:xfrm>
            <a:off x="3108960" y="1243584"/>
            <a:ext cx="512064" cy="512064"/>
          </a:xfrm>
          <a:prstGeom prst="ellipse">
            <a:avLst/>
          </a:prstGeom>
          <a:solidFill>
            <a:srgbClr val="2FA4E7"/>
          </a:solidFill>
          <a:ln w="12700">
            <a:solidFill>
              <a:srgbClr val="2FA4E7"/>
            </a:solidFill>
            <a:prstDash val="solid"/>
          </a:ln>
        </p:spPr>
      </p:sp>
      <p:pic>
        <p:nvPicPr>
          <p:cNvPr id="11" name="Image 1" descr="preencoded.png">    </p:cNvPr>
          <p:cNvPicPr>
            <a:picLocks noChangeAspect="1"/>
          </p:cNvPicPr>
          <p:nvPr/>
        </p:nvPicPr>
        <p:blipFill>
          <a:blip r:embed="rId2"/>
          <a:stretch>
            <a:fillRect/>
          </a:stretch>
        </p:blipFill>
        <p:spPr>
          <a:xfrm>
            <a:off x="3236976" y="1371600"/>
            <a:ext cx="256032" cy="256032"/>
          </a:xfrm>
          <a:prstGeom prst="rect">
            <a:avLst/>
          </a:prstGeom>
        </p:spPr>
      </p:pic>
      <p:sp>
        <p:nvSpPr>
          <p:cNvPr id="12" name="Text 7"/>
          <p:cNvSpPr txBox="1"/>
          <p:nvPr/>
        </p:nvSpPr>
        <p:spPr>
          <a:xfrm>
            <a:off x="3749040" y="11887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Tentang Kami</a:t>
            </a:r>
            <a:endParaRPr lang="en-US" sz="1400" dirty="0"/>
          </a:p>
        </p:txBody>
      </p:sp>
      <p:sp>
        <p:nvSpPr>
          <p:cNvPr id="13" name="Text 8"/>
          <p:cNvSpPr txBox="1"/>
          <p:nvPr/>
        </p:nvSpPr>
        <p:spPr>
          <a:xfrm>
            <a:off x="3749040" y="14996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Profil &amp; tim</a:t>
            </a:r>
            <a:endParaRPr lang="en-US" sz="1000" dirty="0"/>
          </a:p>
        </p:txBody>
      </p:sp>
      <p:sp>
        <p:nvSpPr>
          <p:cNvPr id="14" name="Halaman Kursus"/>
          <p:cNvSpPr/>
          <p:nvPr/>
        </p:nvSpPr>
        <p:spPr>
          <a:xfrm>
            <a:off x="457200" y="20116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0"/>
          <p:cNvSpPr/>
          <p:nvPr/>
        </p:nvSpPr>
        <p:spPr>
          <a:xfrm>
            <a:off x="594360" y="2157984"/>
            <a:ext cx="512064" cy="512064"/>
          </a:xfrm>
          <a:prstGeom prst="ellipse">
            <a:avLst/>
          </a:prstGeom>
          <a:solidFill>
            <a:srgbClr val="61B331"/>
          </a:solidFill>
          <a:ln w="12700">
            <a:solidFill>
              <a:srgbClr val="61B331"/>
            </a:solidFill>
            <a:prstDash val="solid"/>
          </a:ln>
        </p:spPr>
      </p:sp>
      <p:pic>
        <p:nvPicPr>
          <p:cNvPr id="16" name="Image 2" descr="preencoded.png">    </p:cNvPr>
          <p:cNvPicPr>
            <a:picLocks noChangeAspect="1"/>
          </p:cNvPicPr>
          <p:nvPr/>
        </p:nvPicPr>
        <p:blipFill>
          <a:blip r:embed="rId3"/>
          <a:stretch>
            <a:fillRect/>
          </a:stretch>
        </p:blipFill>
        <p:spPr>
          <a:xfrm>
            <a:off x="722376" y="2286000"/>
            <a:ext cx="256032" cy="256032"/>
          </a:xfrm>
          <a:prstGeom prst="rect">
            <a:avLst/>
          </a:prstGeom>
        </p:spPr>
      </p:pic>
      <p:sp>
        <p:nvSpPr>
          <p:cNvPr id="17" name="Text 11"/>
          <p:cNvSpPr txBox="1"/>
          <p:nvPr/>
        </p:nvSpPr>
        <p:spPr>
          <a:xfrm>
            <a:off x="1234440" y="21031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Kursus</a:t>
            </a:r>
            <a:endParaRPr lang="en-US" sz="1400" dirty="0"/>
          </a:p>
        </p:txBody>
      </p:sp>
      <p:sp>
        <p:nvSpPr>
          <p:cNvPr id="18" name="Text 12"/>
          <p:cNvSpPr txBox="1"/>
          <p:nvPr/>
        </p:nvSpPr>
        <p:spPr>
          <a:xfrm>
            <a:off x="1234440" y="24140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Daftar mata pelajaran</a:t>
            </a:r>
            <a:endParaRPr lang="en-US" sz="1000" dirty="0"/>
          </a:p>
        </p:txBody>
      </p:sp>
      <p:sp>
        <p:nvSpPr>
          <p:cNvPr id="19" name="Halaman Galeri"/>
          <p:cNvSpPr/>
          <p:nvPr/>
        </p:nvSpPr>
        <p:spPr>
          <a:xfrm>
            <a:off x="2971800" y="20116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4"/>
          <p:cNvSpPr/>
          <p:nvPr/>
        </p:nvSpPr>
        <p:spPr>
          <a:xfrm>
            <a:off x="3108960" y="2157984"/>
            <a:ext cx="512064" cy="512064"/>
          </a:xfrm>
          <a:prstGeom prst="ellipse">
            <a:avLst/>
          </a:prstGeom>
          <a:solidFill>
            <a:srgbClr val="D867B2"/>
          </a:solidFill>
          <a:ln w="12700">
            <a:solidFill>
              <a:srgbClr val="D867B2"/>
            </a:solidFill>
            <a:prstDash val="solid"/>
          </a:ln>
        </p:spPr>
      </p:sp>
      <p:pic>
        <p:nvPicPr>
          <p:cNvPr id="21" name="Image 3" descr="preencoded.png">    </p:cNvPr>
          <p:cNvPicPr>
            <a:picLocks noChangeAspect="1"/>
          </p:cNvPicPr>
          <p:nvPr/>
        </p:nvPicPr>
        <p:blipFill>
          <a:blip r:embed="rId4"/>
          <a:stretch>
            <a:fillRect/>
          </a:stretch>
        </p:blipFill>
        <p:spPr>
          <a:xfrm>
            <a:off x="3236976" y="2286000"/>
            <a:ext cx="256032" cy="256032"/>
          </a:xfrm>
          <a:prstGeom prst="rect">
            <a:avLst/>
          </a:prstGeom>
        </p:spPr>
      </p:pic>
      <p:sp>
        <p:nvSpPr>
          <p:cNvPr id="22" name="Text 15"/>
          <p:cNvSpPr txBox="1"/>
          <p:nvPr/>
        </p:nvSpPr>
        <p:spPr>
          <a:xfrm>
            <a:off x="3749040" y="21031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Galeri</a:t>
            </a:r>
            <a:endParaRPr lang="en-US" sz="1400" dirty="0"/>
          </a:p>
        </p:txBody>
      </p:sp>
      <p:sp>
        <p:nvSpPr>
          <p:cNvPr id="23" name="Text 16"/>
          <p:cNvSpPr txBox="1"/>
          <p:nvPr/>
        </p:nvSpPr>
        <p:spPr>
          <a:xfrm>
            <a:off x="3749040" y="24140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Filter SD / SMP / SMA</a:t>
            </a:r>
            <a:endParaRPr lang="en-US" sz="1000" dirty="0"/>
          </a:p>
        </p:txBody>
      </p:sp>
      <p:sp>
        <p:nvSpPr>
          <p:cNvPr id="24" name="Halaman Harga"/>
          <p:cNvSpPr/>
          <p:nvPr/>
        </p:nvSpPr>
        <p:spPr>
          <a:xfrm>
            <a:off x="457200" y="29260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18"/>
          <p:cNvSpPr/>
          <p:nvPr/>
        </p:nvSpPr>
        <p:spPr>
          <a:xfrm>
            <a:off x="594360" y="3072384"/>
            <a:ext cx="512064" cy="512064"/>
          </a:xfrm>
          <a:prstGeom prst="ellipse">
            <a:avLst/>
          </a:prstGeom>
          <a:solidFill>
            <a:srgbClr val="E9573F"/>
          </a:solidFill>
          <a:ln w="12700">
            <a:solidFill>
              <a:srgbClr val="E9573F"/>
            </a:solidFill>
            <a:prstDash val="solid"/>
          </a:ln>
        </p:spPr>
      </p:sp>
      <p:pic>
        <p:nvPicPr>
          <p:cNvPr id="26" name="Image 4" descr="preencoded.png">    </p:cNvPr>
          <p:cNvPicPr>
            <a:picLocks noChangeAspect="1"/>
          </p:cNvPicPr>
          <p:nvPr/>
        </p:nvPicPr>
        <p:blipFill>
          <a:blip r:embed="rId5"/>
          <a:stretch>
            <a:fillRect/>
          </a:stretch>
        </p:blipFill>
        <p:spPr>
          <a:xfrm>
            <a:off x="722376" y="3200400"/>
            <a:ext cx="256032" cy="256032"/>
          </a:xfrm>
          <a:prstGeom prst="rect">
            <a:avLst/>
          </a:prstGeom>
        </p:spPr>
      </p:pic>
      <p:sp>
        <p:nvSpPr>
          <p:cNvPr id="27" name="Text 19"/>
          <p:cNvSpPr txBox="1"/>
          <p:nvPr/>
        </p:nvSpPr>
        <p:spPr>
          <a:xfrm>
            <a:off x="1234440" y="30175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Harga</a:t>
            </a:r>
            <a:endParaRPr lang="en-US" sz="1400" dirty="0"/>
          </a:p>
        </p:txBody>
      </p:sp>
      <p:sp>
        <p:nvSpPr>
          <p:cNvPr id="28" name="Text 20"/>
          <p:cNvSpPr txBox="1"/>
          <p:nvPr/>
        </p:nvSpPr>
        <p:spPr>
          <a:xfrm>
            <a:off x="1234440" y="33284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4 paket bulanan</a:t>
            </a:r>
            <a:endParaRPr lang="en-US" sz="1000" dirty="0"/>
          </a:p>
        </p:txBody>
      </p:sp>
      <p:sp>
        <p:nvSpPr>
          <p:cNvPr id="29" name="Halaman Kontak"/>
          <p:cNvSpPr/>
          <p:nvPr/>
        </p:nvSpPr>
        <p:spPr>
          <a:xfrm>
            <a:off x="2971800" y="29260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0" name="Shape 22"/>
          <p:cNvSpPr/>
          <p:nvPr/>
        </p:nvSpPr>
        <p:spPr>
          <a:xfrm>
            <a:off x="3108960" y="3072384"/>
            <a:ext cx="512064" cy="512064"/>
          </a:xfrm>
          <a:prstGeom prst="ellipse">
            <a:avLst/>
          </a:prstGeom>
          <a:solidFill>
            <a:srgbClr val="2FA4E7"/>
          </a:solidFill>
          <a:ln w="12700">
            <a:solidFill>
              <a:srgbClr val="2FA4E7"/>
            </a:solidFill>
            <a:prstDash val="solid"/>
          </a:ln>
        </p:spPr>
      </p:sp>
      <p:pic>
        <p:nvPicPr>
          <p:cNvPr id="31" name="Image 5" descr="preencoded.png">    </p:cNvPr>
          <p:cNvPicPr>
            <a:picLocks noChangeAspect="1"/>
          </p:cNvPicPr>
          <p:nvPr/>
        </p:nvPicPr>
        <p:blipFill>
          <a:blip r:embed="rId6"/>
          <a:stretch>
            <a:fillRect/>
          </a:stretch>
        </p:blipFill>
        <p:spPr>
          <a:xfrm>
            <a:off x="3236976" y="3200400"/>
            <a:ext cx="256032" cy="256032"/>
          </a:xfrm>
          <a:prstGeom prst="rect">
            <a:avLst/>
          </a:prstGeom>
        </p:spPr>
      </p:pic>
      <p:sp>
        <p:nvSpPr>
          <p:cNvPr id="32" name="Text 23"/>
          <p:cNvSpPr txBox="1"/>
          <p:nvPr/>
        </p:nvSpPr>
        <p:spPr>
          <a:xfrm>
            <a:off x="3749040" y="30175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Kontak</a:t>
            </a:r>
            <a:endParaRPr lang="en-US" sz="1400" dirty="0"/>
          </a:p>
        </p:txBody>
      </p:sp>
      <p:sp>
        <p:nvSpPr>
          <p:cNvPr id="33" name="Text 24"/>
          <p:cNvSpPr txBox="1"/>
          <p:nvPr/>
        </p:nvSpPr>
        <p:spPr>
          <a:xfrm>
            <a:off x="3749040" y="33284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Peta &amp; formulir</a:t>
            </a:r>
            <a:endParaRPr lang="en-US" sz="1000" dirty="0"/>
          </a:p>
        </p:txBody>
      </p:sp>
      <p:sp>
        <p:nvSpPr>
          <p:cNvPr id="34" name="Halaman Berita"/>
          <p:cNvSpPr/>
          <p:nvPr/>
        </p:nvSpPr>
        <p:spPr>
          <a:xfrm>
            <a:off x="457200" y="38404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5" name="Shape 26"/>
          <p:cNvSpPr/>
          <p:nvPr/>
        </p:nvSpPr>
        <p:spPr>
          <a:xfrm>
            <a:off x="594360" y="3986784"/>
            <a:ext cx="512064" cy="512064"/>
          </a:xfrm>
          <a:prstGeom prst="ellipse">
            <a:avLst/>
          </a:prstGeom>
          <a:solidFill>
            <a:srgbClr val="14A085"/>
          </a:solidFill>
          <a:ln w="12700">
            <a:solidFill>
              <a:srgbClr val="14A085"/>
            </a:solidFill>
            <a:prstDash val="solid"/>
          </a:ln>
        </p:spPr>
      </p:sp>
      <p:pic>
        <p:nvPicPr>
          <p:cNvPr id="36" name="Image 6" descr="preencoded.png">    </p:cNvPr>
          <p:cNvPicPr>
            <a:picLocks noChangeAspect="1"/>
          </p:cNvPicPr>
          <p:nvPr/>
        </p:nvPicPr>
        <p:blipFill>
          <a:blip r:embed="rId7"/>
          <a:stretch>
            <a:fillRect/>
          </a:stretch>
        </p:blipFill>
        <p:spPr>
          <a:xfrm>
            <a:off x="722376" y="4114800"/>
            <a:ext cx="256032" cy="256032"/>
          </a:xfrm>
          <a:prstGeom prst="rect">
            <a:avLst/>
          </a:prstGeom>
        </p:spPr>
      </p:pic>
      <p:sp>
        <p:nvSpPr>
          <p:cNvPr id="37" name="Text 27"/>
          <p:cNvSpPr txBox="1"/>
          <p:nvPr/>
        </p:nvSpPr>
        <p:spPr>
          <a:xfrm>
            <a:off x="1234440" y="39319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Berita</a:t>
            </a:r>
            <a:endParaRPr lang="en-US" sz="1400" dirty="0"/>
          </a:p>
        </p:txBody>
      </p:sp>
      <p:sp>
        <p:nvSpPr>
          <p:cNvPr id="38" name="Text 28"/>
          <p:cNvSpPr txBox="1"/>
          <p:nvPr/>
        </p:nvSpPr>
        <p:spPr>
          <a:xfrm>
            <a:off x="1234440" y="42428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3 berita terbaru</a:t>
            </a:r>
            <a:endParaRPr lang="en-US" sz="1000" dirty="0"/>
          </a:p>
        </p:txBody>
      </p:sp>
      <p:sp>
        <p:nvSpPr>
          <p:cNvPr id="39" name="Halaman Artikel"/>
          <p:cNvSpPr/>
          <p:nvPr/>
        </p:nvSpPr>
        <p:spPr>
          <a:xfrm>
            <a:off x="2971800" y="3840480"/>
            <a:ext cx="2377440" cy="804672"/>
          </a:xfrm>
          <a:prstGeom prst="roundRect">
            <a:avLst>
              <a:gd name="adj" fmla="val 13636"/>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0" name="Shape 30"/>
          <p:cNvSpPr/>
          <p:nvPr/>
        </p:nvSpPr>
        <p:spPr>
          <a:xfrm>
            <a:off x="3108960" y="3986784"/>
            <a:ext cx="512064" cy="512064"/>
          </a:xfrm>
          <a:prstGeom prst="ellipse">
            <a:avLst/>
          </a:prstGeom>
          <a:solidFill>
            <a:srgbClr val="61B331"/>
          </a:solidFill>
          <a:ln w="12700">
            <a:solidFill>
              <a:srgbClr val="61B331"/>
            </a:solidFill>
            <a:prstDash val="solid"/>
          </a:ln>
        </p:spPr>
      </p:sp>
      <p:pic>
        <p:nvPicPr>
          <p:cNvPr id="41" name="Image 7" descr="preencoded.png">    </p:cNvPr>
          <p:cNvPicPr>
            <a:picLocks noChangeAspect="1"/>
          </p:cNvPicPr>
          <p:nvPr/>
        </p:nvPicPr>
        <p:blipFill>
          <a:blip r:embed="rId8"/>
          <a:stretch>
            <a:fillRect/>
          </a:stretch>
        </p:blipFill>
        <p:spPr>
          <a:xfrm>
            <a:off x="3236976" y="4114800"/>
            <a:ext cx="256032" cy="256032"/>
          </a:xfrm>
          <a:prstGeom prst="rect">
            <a:avLst/>
          </a:prstGeom>
        </p:spPr>
      </p:pic>
      <p:sp>
        <p:nvSpPr>
          <p:cNvPr id="42" name="Text 31"/>
          <p:cNvSpPr txBox="1"/>
          <p:nvPr/>
        </p:nvSpPr>
        <p:spPr>
          <a:xfrm>
            <a:off x="3749040" y="3931920"/>
            <a:ext cx="1554480" cy="320040"/>
          </a:xfrm>
          <a:prstGeom prst="rect">
            <a:avLst/>
          </a:prstGeom>
          <a:noFill/>
          <a:ln/>
        </p:spPr>
        <p:txBody>
          <a:bodyPr wrap="square" lIns="0" tIns="0" rIns="0" bIns="0"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Artikel</a:t>
            </a:r>
            <a:endParaRPr lang="en-US" sz="1400" dirty="0"/>
          </a:p>
        </p:txBody>
      </p:sp>
      <p:sp>
        <p:nvSpPr>
          <p:cNvPr id="43" name="Text 32"/>
          <p:cNvSpPr txBox="1"/>
          <p:nvPr/>
        </p:nvSpPr>
        <p:spPr>
          <a:xfrm>
            <a:off x="3749040" y="4242816"/>
            <a:ext cx="1554480" cy="310896"/>
          </a:xfrm>
          <a:prstGeom prst="rect">
            <a:avLst/>
          </a:prstGeom>
          <a:noFill/>
          <a:ln/>
        </p:spPr>
        <p:txBody>
          <a:bodyPr wrap="square" lIns="0" tIns="0" rIns="0" bIns="0" rtlCol="0" anchor="t"/>
          <a:lstStyle/>
          <a:p>
            <a:pPr indent="0" marL="0">
              <a:buNone/>
            </a:pPr>
            <a:r>
              <a:rPr lang="en-US" sz="1000" dirty="0">
                <a:solidFill>
                  <a:srgbClr val="6B6B6B"/>
                </a:solidFill>
                <a:latin typeface="Calibri" pitchFamily="34" charset="0"/>
                <a:ea typeface="Calibri" pitchFamily="34" charset="-122"/>
                <a:cs typeface="Calibri" pitchFamily="34" charset="-120"/>
              </a:rPr>
              <a:t>3 artikel belajar</a:t>
            </a:r>
            <a:endParaRPr lang="en-US" sz="1000" dirty="0"/>
          </a:p>
        </p:txBody>
      </p:sp>
      <p:sp>
        <p:nvSpPr>
          <p:cNvPr id="44" name="Placeholder screenshot"/>
          <p:cNvSpPr/>
          <p:nvPr/>
        </p:nvSpPr>
        <p:spPr>
          <a:xfrm>
            <a:off x="5577840" y="1097280"/>
            <a:ext cx="3108960" cy="3547872"/>
          </a:xfrm>
          <a:prstGeom prst="roundRect">
            <a:avLst>
              <a:gd name="adj" fmla="val 3529"/>
            </a:avLst>
          </a:prstGeom>
          <a:solidFill>
            <a:srgbClr val="EFEFEF"/>
          </a:solidFill>
          <a:ln w="19050">
            <a:solidFill>
              <a:srgbClr val="9A9A9A"/>
            </a:solidFill>
            <a:prstDash val="dash"/>
          </a:ln>
        </p:spPr>
      </p:sp>
      <p:pic>
        <p:nvPicPr>
          <p:cNvPr id="45" name="Image 8" descr="preencoded.png">    </p:cNvPr>
          <p:cNvPicPr>
            <a:picLocks noChangeAspect="1"/>
          </p:cNvPicPr>
          <p:nvPr/>
        </p:nvPicPr>
        <p:blipFill>
          <a:blip r:embed="rId9"/>
          <a:stretch>
            <a:fillRect/>
          </a:stretch>
        </p:blipFill>
        <p:spPr>
          <a:xfrm>
            <a:off x="6903720" y="2197120"/>
            <a:ext cx="457200" cy="411480"/>
          </a:xfrm>
          <a:prstGeom prst="rect">
            <a:avLst/>
          </a:prstGeom>
        </p:spPr>
      </p:pic>
      <p:sp>
        <p:nvSpPr>
          <p:cNvPr id="46" name="Text 34"/>
          <p:cNvSpPr txBox="1"/>
          <p:nvPr/>
        </p:nvSpPr>
        <p:spPr>
          <a:xfrm>
            <a:off x="5715000" y="2700040"/>
            <a:ext cx="2834640" cy="1853672"/>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Halaman Beranda (index.html) — tampilkan slider + bagian "Kursus Unggulan Kami", lebar layar penuh</a:t>
            </a:r>
            <a:endParaRPr lang="en-US" sz="1100" dirty="0"/>
          </a:p>
        </p:txBody>
      </p:sp>
      <p:sp>
        <p:nvSpPr>
          <p:cNvPr id="47"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Teknologi</a:t>
            </a:r>
            <a:endParaRPr lang="en-US" sz="3000" dirty="0"/>
          </a:p>
        </p:txBody>
      </p:sp>
      <p:sp>
        <p:nvSpPr>
          <p:cNvPr id="4" name="Teknologi HTML5"/>
          <p:cNvSpPr/>
          <p:nvPr/>
        </p:nvSpPr>
        <p:spPr>
          <a:xfrm>
            <a:off x="457200" y="11887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051560" y="1371600"/>
            <a:ext cx="731520" cy="731520"/>
          </a:xfrm>
          <a:prstGeom prst="ellipse">
            <a:avLst/>
          </a:prstGeom>
          <a:solidFill>
            <a:srgbClr val="E44D26"/>
          </a:solidFill>
          <a:ln w="12700">
            <a:solidFill>
              <a:srgbClr val="E44D26"/>
            </a:solidFill>
            <a:prstDash val="solid"/>
          </a:ln>
        </p:spPr>
      </p:sp>
      <p:pic>
        <p:nvPicPr>
          <p:cNvPr id="6" name="Image 0" descr="preencoded.png">    </p:cNvPr>
          <p:cNvPicPr>
            <a:picLocks noChangeAspect="1"/>
          </p:cNvPicPr>
          <p:nvPr/>
        </p:nvPicPr>
        <p:blipFill>
          <a:blip r:embed="rId1"/>
          <a:stretch>
            <a:fillRect/>
          </a:stretch>
        </p:blipFill>
        <p:spPr>
          <a:xfrm>
            <a:off x="1234440" y="1554480"/>
            <a:ext cx="365760" cy="365760"/>
          </a:xfrm>
          <a:prstGeom prst="rect">
            <a:avLst/>
          </a:prstGeom>
        </p:spPr>
      </p:pic>
      <p:sp>
        <p:nvSpPr>
          <p:cNvPr id="7" name="Text 3"/>
          <p:cNvSpPr txBox="1"/>
          <p:nvPr/>
        </p:nvSpPr>
        <p:spPr>
          <a:xfrm>
            <a:off x="457200" y="21488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HTML5</a:t>
            </a:r>
            <a:endParaRPr lang="en-US" sz="1500" dirty="0"/>
          </a:p>
        </p:txBody>
      </p:sp>
      <p:sp>
        <p:nvSpPr>
          <p:cNvPr id="8" name="Text 4"/>
          <p:cNvSpPr txBox="1"/>
          <p:nvPr/>
        </p:nvSpPr>
        <p:spPr>
          <a:xfrm>
            <a:off x="457200" y="24688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Struktur halaman</a:t>
            </a:r>
            <a:endParaRPr lang="en-US" sz="1100" dirty="0"/>
          </a:p>
        </p:txBody>
      </p:sp>
      <p:sp>
        <p:nvSpPr>
          <p:cNvPr id="9" name="Teknologi CSS3"/>
          <p:cNvSpPr/>
          <p:nvPr/>
        </p:nvSpPr>
        <p:spPr>
          <a:xfrm>
            <a:off x="2560320" y="11887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6"/>
          <p:cNvSpPr/>
          <p:nvPr/>
        </p:nvSpPr>
        <p:spPr>
          <a:xfrm>
            <a:off x="3154680" y="1371600"/>
            <a:ext cx="731520" cy="731520"/>
          </a:xfrm>
          <a:prstGeom prst="ellipse">
            <a:avLst/>
          </a:prstGeom>
          <a:solidFill>
            <a:srgbClr val="2FA4E7"/>
          </a:solidFill>
          <a:ln w="12700">
            <a:solidFill>
              <a:srgbClr val="2FA4E7"/>
            </a:solidFill>
            <a:prstDash val="solid"/>
          </a:ln>
        </p:spPr>
      </p:sp>
      <p:pic>
        <p:nvPicPr>
          <p:cNvPr id="11" name="Image 1" descr="preencoded.png">    </p:cNvPr>
          <p:cNvPicPr>
            <a:picLocks noChangeAspect="1"/>
          </p:cNvPicPr>
          <p:nvPr/>
        </p:nvPicPr>
        <p:blipFill>
          <a:blip r:embed="rId2"/>
          <a:stretch>
            <a:fillRect/>
          </a:stretch>
        </p:blipFill>
        <p:spPr>
          <a:xfrm>
            <a:off x="3337560" y="1554480"/>
            <a:ext cx="365760" cy="365760"/>
          </a:xfrm>
          <a:prstGeom prst="rect">
            <a:avLst/>
          </a:prstGeom>
        </p:spPr>
      </p:pic>
      <p:sp>
        <p:nvSpPr>
          <p:cNvPr id="12" name="Text 7"/>
          <p:cNvSpPr txBox="1"/>
          <p:nvPr/>
        </p:nvSpPr>
        <p:spPr>
          <a:xfrm>
            <a:off x="2560320" y="21488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CSS3</a:t>
            </a:r>
            <a:endParaRPr lang="en-US" sz="1500" dirty="0"/>
          </a:p>
        </p:txBody>
      </p:sp>
      <p:sp>
        <p:nvSpPr>
          <p:cNvPr id="13" name="Text 8"/>
          <p:cNvSpPr txBox="1"/>
          <p:nvPr/>
        </p:nvSpPr>
        <p:spPr>
          <a:xfrm>
            <a:off x="2560320" y="24688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Tampilan &amp; gaya</a:t>
            </a:r>
            <a:endParaRPr lang="en-US" sz="1100" dirty="0"/>
          </a:p>
        </p:txBody>
      </p:sp>
      <p:sp>
        <p:nvSpPr>
          <p:cNvPr id="14" name="Teknologi Bootstrap 3"/>
          <p:cNvSpPr/>
          <p:nvPr/>
        </p:nvSpPr>
        <p:spPr>
          <a:xfrm>
            <a:off x="4663440" y="11887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0"/>
          <p:cNvSpPr/>
          <p:nvPr/>
        </p:nvSpPr>
        <p:spPr>
          <a:xfrm>
            <a:off x="5257800" y="1371600"/>
            <a:ext cx="731520" cy="731520"/>
          </a:xfrm>
          <a:prstGeom prst="ellipse">
            <a:avLst/>
          </a:prstGeom>
          <a:solidFill>
            <a:srgbClr val="7952B3"/>
          </a:solidFill>
          <a:ln w="12700">
            <a:solidFill>
              <a:srgbClr val="7952B3"/>
            </a:solidFill>
            <a:prstDash val="solid"/>
          </a:ln>
        </p:spPr>
      </p:sp>
      <p:pic>
        <p:nvPicPr>
          <p:cNvPr id="16" name="Image 2" descr="preencoded.png">    </p:cNvPr>
          <p:cNvPicPr>
            <a:picLocks noChangeAspect="1"/>
          </p:cNvPicPr>
          <p:nvPr/>
        </p:nvPicPr>
        <p:blipFill>
          <a:blip r:embed="rId3"/>
          <a:stretch>
            <a:fillRect/>
          </a:stretch>
        </p:blipFill>
        <p:spPr>
          <a:xfrm>
            <a:off x="5440680" y="1554480"/>
            <a:ext cx="365760" cy="365760"/>
          </a:xfrm>
          <a:prstGeom prst="rect">
            <a:avLst/>
          </a:prstGeom>
        </p:spPr>
      </p:pic>
      <p:sp>
        <p:nvSpPr>
          <p:cNvPr id="17" name="Text 11"/>
          <p:cNvSpPr txBox="1"/>
          <p:nvPr/>
        </p:nvSpPr>
        <p:spPr>
          <a:xfrm>
            <a:off x="4663440" y="21488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Bootstrap 3</a:t>
            </a:r>
            <a:endParaRPr lang="en-US" sz="1500" dirty="0"/>
          </a:p>
        </p:txBody>
      </p:sp>
      <p:sp>
        <p:nvSpPr>
          <p:cNvPr id="18" name="Text 12"/>
          <p:cNvSpPr txBox="1"/>
          <p:nvPr/>
        </p:nvSpPr>
        <p:spPr>
          <a:xfrm>
            <a:off x="4663440" y="24688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Grid responsif</a:t>
            </a:r>
            <a:endParaRPr lang="en-US" sz="1100" dirty="0"/>
          </a:p>
        </p:txBody>
      </p:sp>
      <p:sp>
        <p:nvSpPr>
          <p:cNvPr id="19" name="Teknologi jQuery"/>
          <p:cNvSpPr/>
          <p:nvPr/>
        </p:nvSpPr>
        <p:spPr>
          <a:xfrm>
            <a:off x="6766560" y="11887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4"/>
          <p:cNvSpPr/>
          <p:nvPr/>
        </p:nvSpPr>
        <p:spPr>
          <a:xfrm>
            <a:off x="7360920" y="1371600"/>
            <a:ext cx="731520" cy="731520"/>
          </a:xfrm>
          <a:prstGeom prst="ellipse">
            <a:avLst/>
          </a:prstGeom>
          <a:solidFill>
            <a:srgbClr val="0868AC"/>
          </a:solidFill>
          <a:ln w="12700">
            <a:solidFill>
              <a:srgbClr val="0868AC"/>
            </a:solidFill>
            <a:prstDash val="solid"/>
          </a:ln>
        </p:spPr>
      </p:sp>
      <p:pic>
        <p:nvPicPr>
          <p:cNvPr id="21" name="Image 3" descr="preencoded.png">    </p:cNvPr>
          <p:cNvPicPr>
            <a:picLocks noChangeAspect="1"/>
          </p:cNvPicPr>
          <p:nvPr/>
        </p:nvPicPr>
        <p:blipFill>
          <a:blip r:embed="rId4"/>
          <a:stretch>
            <a:fillRect/>
          </a:stretch>
        </p:blipFill>
        <p:spPr>
          <a:xfrm>
            <a:off x="7543800" y="1554480"/>
            <a:ext cx="365760" cy="365760"/>
          </a:xfrm>
          <a:prstGeom prst="rect">
            <a:avLst/>
          </a:prstGeom>
        </p:spPr>
      </p:pic>
      <p:sp>
        <p:nvSpPr>
          <p:cNvPr id="22" name="Text 15"/>
          <p:cNvSpPr txBox="1"/>
          <p:nvPr/>
        </p:nvSpPr>
        <p:spPr>
          <a:xfrm>
            <a:off x="6766560" y="21488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jQuery</a:t>
            </a:r>
            <a:endParaRPr lang="en-US" sz="1500" dirty="0"/>
          </a:p>
        </p:txBody>
      </p:sp>
      <p:sp>
        <p:nvSpPr>
          <p:cNvPr id="23" name="Text 16"/>
          <p:cNvSpPr txBox="1"/>
          <p:nvPr/>
        </p:nvSpPr>
        <p:spPr>
          <a:xfrm>
            <a:off x="6766560" y="24688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Interaksi</a:t>
            </a:r>
            <a:endParaRPr lang="en-US" sz="1100" dirty="0"/>
          </a:p>
        </p:txBody>
      </p:sp>
      <p:sp>
        <p:nvSpPr>
          <p:cNvPr id="24" name="Teknologi FlexSlider"/>
          <p:cNvSpPr/>
          <p:nvPr/>
        </p:nvSpPr>
        <p:spPr>
          <a:xfrm>
            <a:off x="457200" y="30175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18"/>
          <p:cNvSpPr/>
          <p:nvPr/>
        </p:nvSpPr>
        <p:spPr>
          <a:xfrm>
            <a:off x="1051560" y="3200400"/>
            <a:ext cx="731520" cy="731520"/>
          </a:xfrm>
          <a:prstGeom prst="ellipse">
            <a:avLst/>
          </a:prstGeom>
          <a:solidFill>
            <a:srgbClr val="61B331"/>
          </a:solidFill>
          <a:ln w="12700">
            <a:solidFill>
              <a:srgbClr val="61B331"/>
            </a:solidFill>
            <a:prstDash val="solid"/>
          </a:ln>
        </p:spPr>
      </p:sp>
      <p:pic>
        <p:nvPicPr>
          <p:cNvPr id="26" name="Image 4" descr="preencoded.png">    </p:cNvPr>
          <p:cNvPicPr>
            <a:picLocks noChangeAspect="1"/>
          </p:cNvPicPr>
          <p:nvPr/>
        </p:nvPicPr>
        <p:blipFill>
          <a:blip r:embed="rId5"/>
          <a:stretch>
            <a:fillRect/>
          </a:stretch>
        </p:blipFill>
        <p:spPr>
          <a:xfrm>
            <a:off x="1234440" y="3383280"/>
            <a:ext cx="365760" cy="365760"/>
          </a:xfrm>
          <a:prstGeom prst="rect">
            <a:avLst/>
          </a:prstGeom>
        </p:spPr>
      </p:pic>
      <p:sp>
        <p:nvSpPr>
          <p:cNvPr id="27" name="Text 19"/>
          <p:cNvSpPr txBox="1"/>
          <p:nvPr/>
        </p:nvSpPr>
        <p:spPr>
          <a:xfrm>
            <a:off x="457200" y="39776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FlexSlider</a:t>
            </a:r>
            <a:endParaRPr lang="en-US" sz="1500" dirty="0"/>
          </a:p>
        </p:txBody>
      </p:sp>
      <p:sp>
        <p:nvSpPr>
          <p:cNvPr id="28" name="Text 20"/>
          <p:cNvSpPr txBox="1"/>
          <p:nvPr/>
        </p:nvSpPr>
        <p:spPr>
          <a:xfrm>
            <a:off x="457200" y="42976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Slider gambar</a:t>
            </a:r>
            <a:endParaRPr lang="en-US" sz="1100" dirty="0"/>
          </a:p>
        </p:txBody>
      </p:sp>
      <p:sp>
        <p:nvSpPr>
          <p:cNvPr id="29" name="Teknologi Fancybox"/>
          <p:cNvSpPr/>
          <p:nvPr/>
        </p:nvSpPr>
        <p:spPr>
          <a:xfrm>
            <a:off x="2560320" y="30175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0" name="Shape 22"/>
          <p:cNvSpPr/>
          <p:nvPr/>
        </p:nvSpPr>
        <p:spPr>
          <a:xfrm>
            <a:off x="3154680" y="3200400"/>
            <a:ext cx="731520" cy="731520"/>
          </a:xfrm>
          <a:prstGeom prst="ellipse">
            <a:avLst/>
          </a:prstGeom>
          <a:solidFill>
            <a:srgbClr val="D867B2"/>
          </a:solidFill>
          <a:ln w="12700">
            <a:solidFill>
              <a:srgbClr val="D867B2"/>
            </a:solidFill>
            <a:prstDash val="solid"/>
          </a:ln>
        </p:spPr>
      </p:sp>
      <p:pic>
        <p:nvPicPr>
          <p:cNvPr id="31" name="Image 5" descr="preencoded.png">    </p:cNvPr>
          <p:cNvPicPr>
            <a:picLocks noChangeAspect="1"/>
          </p:cNvPicPr>
          <p:nvPr/>
        </p:nvPicPr>
        <p:blipFill>
          <a:blip r:embed="rId6"/>
          <a:stretch>
            <a:fillRect/>
          </a:stretch>
        </p:blipFill>
        <p:spPr>
          <a:xfrm>
            <a:off x="3337560" y="3383280"/>
            <a:ext cx="365760" cy="365760"/>
          </a:xfrm>
          <a:prstGeom prst="rect">
            <a:avLst/>
          </a:prstGeom>
        </p:spPr>
      </p:pic>
      <p:sp>
        <p:nvSpPr>
          <p:cNvPr id="32" name="Text 23"/>
          <p:cNvSpPr txBox="1"/>
          <p:nvPr/>
        </p:nvSpPr>
        <p:spPr>
          <a:xfrm>
            <a:off x="2560320" y="39776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Fancybox</a:t>
            </a:r>
            <a:endParaRPr lang="en-US" sz="1500" dirty="0"/>
          </a:p>
        </p:txBody>
      </p:sp>
      <p:sp>
        <p:nvSpPr>
          <p:cNvPr id="33" name="Text 24"/>
          <p:cNvSpPr txBox="1"/>
          <p:nvPr/>
        </p:nvSpPr>
        <p:spPr>
          <a:xfrm>
            <a:off x="2560320" y="42976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Pop-up galeri</a:t>
            </a:r>
            <a:endParaRPr lang="en-US" sz="1100" dirty="0"/>
          </a:p>
        </p:txBody>
      </p:sp>
      <p:sp>
        <p:nvSpPr>
          <p:cNvPr id="34" name="Teknologi Font Awesome"/>
          <p:cNvSpPr/>
          <p:nvPr/>
        </p:nvSpPr>
        <p:spPr>
          <a:xfrm>
            <a:off x="4663440" y="30175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5" name="Shape 26"/>
          <p:cNvSpPr/>
          <p:nvPr/>
        </p:nvSpPr>
        <p:spPr>
          <a:xfrm>
            <a:off x="5257800" y="3200400"/>
            <a:ext cx="731520" cy="731520"/>
          </a:xfrm>
          <a:prstGeom prst="ellipse">
            <a:avLst/>
          </a:prstGeom>
          <a:solidFill>
            <a:srgbClr val="339AF0"/>
          </a:solidFill>
          <a:ln w="12700">
            <a:solidFill>
              <a:srgbClr val="339AF0"/>
            </a:solidFill>
            <a:prstDash val="solid"/>
          </a:ln>
        </p:spPr>
      </p:sp>
      <p:pic>
        <p:nvPicPr>
          <p:cNvPr id="36" name="Image 6" descr="preencoded.png">    </p:cNvPr>
          <p:cNvPicPr>
            <a:picLocks noChangeAspect="1"/>
          </p:cNvPicPr>
          <p:nvPr/>
        </p:nvPicPr>
        <p:blipFill>
          <a:blip r:embed="rId7"/>
          <a:stretch>
            <a:fillRect/>
          </a:stretch>
        </p:blipFill>
        <p:spPr>
          <a:xfrm>
            <a:off x="5440680" y="3383280"/>
            <a:ext cx="365760" cy="365760"/>
          </a:xfrm>
          <a:prstGeom prst="rect">
            <a:avLst/>
          </a:prstGeom>
        </p:spPr>
      </p:pic>
      <p:sp>
        <p:nvSpPr>
          <p:cNvPr id="37" name="Text 27"/>
          <p:cNvSpPr txBox="1"/>
          <p:nvPr/>
        </p:nvSpPr>
        <p:spPr>
          <a:xfrm>
            <a:off x="4663440" y="39776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Font Awesome</a:t>
            </a:r>
            <a:endParaRPr lang="en-US" sz="1500" dirty="0"/>
          </a:p>
        </p:txBody>
      </p:sp>
      <p:sp>
        <p:nvSpPr>
          <p:cNvPr id="38" name="Text 28"/>
          <p:cNvSpPr txBox="1"/>
          <p:nvPr/>
        </p:nvSpPr>
        <p:spPr>
          <a:xfrm>
            <a:off x="4663440" y="42976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Ikon</a:t>
            </a:r>
            <a:endParaRPr lang="en-US" sz="1100" dirty="0"/>
          </a:p>
        </p:txBody>
      </p:sp>
      <p:sp>
        <p:nvSpPr>
          <p:cNvPr id="39" name="Teknologi Git &amp; GitHub"/>
          <p:cNvSpPr/>
          <p:nvPr/>
        </p:nvSpPr>
        <p:spPr>
          <a:xfrm>
            <a:off x="6766560" y="3017520"/>
            <a:ext cx="192024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0" name="Shape 30"/>
          <p:cNvSpPr/>
          <p:nvPr/>
        </p:nvSpPr>
        <p:spPr>
          <a:xfrm>
            <a:off x="7360920" y="3200400"/>
            <a:ext cx="731520" cy="731520"/>
          </a:xfrm>
          <a:prstGeom prst="ellipse">
            <a:avLst/>
          </a:prstGeom>
          <a:solidFill>
            <a:srgbClr val="24292F"/>
          </a:solidFill>
          <a:ln w="12700">
            <a:solidFill>
              <a:srgbClr val="24292F"/>
            </a:solidFill>
            <a:prstDash val="solid"/>
          </a:ln>
        </p:spPr>
      </p:sp>
      <p:pic>
        <p:nvPicPr>
          <p:cNvPr id="41" name="Image 7" descr="preencoded.png">    </p:cNvPr>
          <p:cNvPicPr>
            <a:picLocks noChangeAspect="1"/>
          </p:cNvPicPr>
          <p:nvPr/>
        </p:nvPicPr>
        <p:blipFill>
          <a:blip r:embed="rId8"/>
          <a:stretch>
            <a:fillRect/>
          </a:stretch>
        </p:blipFill>
        <p:spPr>
          <a:xfrm>
            <a:off x="7543800" y="3383280"/>
            <a:ext cx="365760" cy="365760"/>
          </a:xfrm>
          <a:prstGeom prst="rect">
            <a:avLst/>
          </a:prstGeom>
        </p:spPr>
      </p:pic>
      <p:sp>
        <p:nvSpPr>
          <p:cNvPr id="42" name="Text 31"/>
          <p:cNvSpPr txBox="1"/>
          <p:nvPr/>
        </p:nvSpPr>
        <p:spPr>
          <a:xfrm>
            <a:off x="6766560" y="3977640"/>
            <a:ext cx="1920240" cy="320040"/>
          </a:xfrm>
          <a:prstGeom prst="rect">
            <a:avLst/>
          </a:prstGeom>
          <a:noFill/>
          <a:ln/>
        </p:spPr>
        <p:txBody>
          <a:bodyPr wrap="square" lIns="0" tIns="0" rIns="0" bIns="0" rtlCol="0" anchor="ctr"/>
          <a:lstStyle/>
          <a:p>
            <a:pPr algn="ctr" indent="0" marL="0">
              <a:buNone/>
            </a:pPr>
            <a:r>
              <a:rPr lang="en-US" sz="1500" b="1" dirty="0">
                <a:solidFill>
                  <a:srgbClr val="333333"/>
                </a:solidFill>
                <a:latin typeface="Calibri" pitchFamily="34" charset="0"/>
                <a:ea typeface="Calibri" pitchFamily="34" charset="-122"/>
                <a:cs typeface="Calibri" pitchFamily="34" charset="-120"/>
              </a:rPr>
              <a:t>Git &amp; GitHub</a:t>
            </a:r>
            <a:endParaRPr lang="en-US" sz="1500" dirty="0"/>
          </a:p>
        </p:txBody>
      </p:sp>
      <p:sp>
        <p:nvSpPr>
          <p:cNvPr id="43" name="Text 32"/>
          <p:cNvSpPr txBox="1"/>
          <p:nvPr/>
        </p:nvSpPr>
        <p:spPr>
          <a:xfrm>
            <a:off x="6766560" y="4297680"/>
            <a:ext cx="1920240" cy="256032"/>
          </a:xfrm>
          <a:prstGeom prst="rect">
            <a:avLst/>
          </a:prstGeom>
          <a:noFill/>
          <a:ln/>
        </p:spPr>
        <p:txBody>
          <a:bodyPr wrap="square" lIns="0" tIns="0" rIns="0" bIns="0" rtlCol="0" anchor="ctr"/>
          <a:lstStyle/>
          <a:p>
            <a:pPr algn="ctr" indent="0" marL="0">
              <a:buNone/>
            </a:pPr>
            <a:r>
              <a:rPr lang="en-US" sz="1100" dirty="0">
                <a:solidFill>
                  <a:srgbClr val="6B6B6B"/>
                </a:solidFill>
                <a:latin typeface="Calibri" pitchFamily="34" charset="0"/>
                <a:ea typeface="Calibri" pitchFamily="34" charset="-122"/>
                <a:cs typeface="Calibri" pitchFamily="34" charset="-120"/>
              </a:rPr>
              <a:t>Kolaborasi</a:t>
            </a:r>
            <a:endParaRPr lang="en-US" sz="1100" dirty="0"/>
          </a:p>
        </p:txBody>
      </p:sp>
      <p:sp>
        <p:nvSpPr>
          <p:cNvPr id="44"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Alur Kerja GitHub</a:t>
            </a:r>
            <a:endParaRPr lang="en-US" sz="3000" dirty="0"/>
          </a:p>
        </p:txBody>
      </p:sp>
      <p:sp>
        <p:nvSpPr>
          <p:cNvPr id="4" name="Langkah Branch"/>
          <p:cNvSpPr/>
          <p:nvPr/>
        </p:nvSpPr>
        <p:spPr>
          <a:xfrm>
            <a:off x="457200" y="109728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566928" y="1280160"/>
            <a:ext cx="502920" cy="502920"/>
          </a:xfrm>
          <a:prstGeom prst="ellipse">
            <a:avLst/>
          </a:prstGeom>
          <a:solidFill>
            <a:srgbClr val="14A085"/>
          </a:solidFill>
          <a:ln w="12700">
            <a:solidFill>
              <a:srgbClr val="14A085"/>
            </a:solidFill>
            <a:prstDash val="solid"/>
          </a:ln>
        </p:spPr>
      </p:sp>
      <p:pic>
        <p:nvPicPr>
          <p:cNvPr id="6" name="Image 0" descr="preencoded.png">    </p:cNvPr>
          <p:cNvPicPr>
            <a:picLocks noChangeAspect="1"/>
          </p:cNvPicPr>
          <p:nvPr/>
        </p:nvPicPr>
        <p:blipFill>
          <a:blip r:embed="rId1"/>
          <a:stretch>
            <a:fillRect/>
          </a:stretch>
        </p:blipFill>
        <p:spPr>
          <a:xfrm>
            <a:off x="692658" y="1405890"/>
            <a:ext cx="251460" cy="251460"/>
          </a:xfrm>
          <a:prstGeom prst="rect">
            <a:avLst/>
          </a:prstGeom>
        </p:spPr>
      </p:pic>
      <p:sp>
        <p:nvSpPr>
          <p:cNvPr id="7" name="Text 3"/>
          <p:cNvSpPr txBox="1"/>
          <p:nvPr/>
        </p:nvSpPr>
        <p:spPr>
          <a:xfrm>
            <a:off x="1170432" y="109728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Branch</a:t>
            </a:r>
            <a:endParaRPr lang="en-US" sz="1300" dirty="0"/>
          </a:p>
        </p:txBody>
      </p:sp>
      <p:sp>
        <p:nvSpPr>
          <p:cNvPr id="8" name="Shape 4"/>
          <p:cNvSpPr/>
          <p:nvPr/>
        </p:nvSpPr>
        <p:spPr>
          <a:xfrm>
            <a:off x="365760" y="1005840"/>
            <a:ext cx="274320" cy="274320"/>
          </a:xfrm>
          <a:prstGeom prst="ellipse">
            <a:avLst/>
          </a:prstGeom>
          <a:solidFill>
            <a:srgbClr val="333333"/>
          </a:solidFill>
          <a:ln w="12700">
            <a:solidFill>
              <a:srgbClr val="FFFFFF"/>
            </a:solidFill>
            <a:prstDash val="solid"/>
          </a:ln>
        </p:spPr>
      </p:sp>
      <p:sp>
        <p:nvSpPr>
          <p:cNvPr id="9" name="Text 5"/>
          <p:cNvSpPr txBox="1"/>
          <p:nvPr/>
        </p:nvSpPr>
        <p:spPr>
          <a:xfrm>
            <a:off x="365760" y="10058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Langkah Commit"/>
          <p:cNvSpPr/>
          <p:nvPr/>
        </p:nvSpPr>
        <p:spPr>
          <a:xfrm>
            <a:off x="2587752" y="109728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Shape 7"/>
          <p:cNvSpPr/>
          <p:nvPr/>
        </p:nvSpPr>
        <p:spPr>
          <a:xfrm>
            <a:off x="2697480" y="1280160"/>
            <a:ext cx="502920" cy="502920"/>
          </a:xfrm>
          <a:prstGeom prst="ellipse">
            <a:avLst/>
          </a:prstGeom>
          <a:solidFill>
            <a:srgbClr val="14A085"/>
          </a:solidFill>
          <a:ln w="12700">
            <a:solidFill>
              <a:srgbClr val="14A085"/>
            </a:solidFill>
            <a:prstDash val="solid"/>
          </a:ln>
        </p:spPr>
      </p:sp>
      <p:pic>
        <p:nvPicPr>
          <p:cNvPr id="12" name="Image 1" descr="preencoded.png">    </p:cNvPr>
          <p:cNvPicPr>
            <a:picLocks noChangeAspect="1"/>
          </p:cNvPicPr>
          <p:nvPr/>
        </p:nvPicPr>
        <p:blipFill>
          <a:blip r:embed="rId2"/>
          <a:stretch>
            <a:fillRect/>
          </a:stretch>
        </p:blipFill>
        <p:spPr>
          <a:xfrm>
            <a:off x="2823210" y="1405890"/>
            <a:ext cx="251460" cy="251460"/>
          </a:xfrm>
          <a:prstGeom prst="rect">
            <a:avLst/>
          </a:prstGeom>
        </p:spPr>
      </p:pic>
      <p:sp>
        <p:nvSpPr>
          <p:cNvPr id="13" name="Text 8"/>
          <p:cNvSpPr txBox="1"/>
          <p:nvPr/>
        </p:nvSpPr>
        <p:spPr>
          <a:xfrm>
            <a:off x="3300984" y="109728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Commit</a:t>
            </a:r>
            <a:endParaRPr lang="en-US" sz="1300" dirty="0"/>
          </a:p>
        </p:txBody>
      </p:sp>
      <p:sp>
        <p:nvSpPr>
          <p:cNvPr id="14" name="Shape 9"/>
          <p:cNvSpPr/>
          <p:nvPr/>
        </p:nvSpPr>
        <p:spPr>
          <a:xfrm>
            <a:off x="2496312" y="1005840"/>
            <a:ext cx="274320" cy="274320"/>
          </a:xfrm>
          <a:prstGeom prst="ellipse">
            <a:avLst/>
          </a:prstGeom>
          <a:solidFill>
            <a:srgbClr val="333333"/>
          </a:solidFill>
          <a:ln w="12700">
            <a:solidFill>
              <a:srgbClr val="FFFFFF"/>
            </a:solidFill>
            <a:prstDash val="solid"/>
          </a:ln>
        </p:spPr>
      </p:sp>
      <p:sp>
        <p:nvSpPr>
          <p:cNvPr id="15" name="Text 10"/>
          <p:cNvSpPr txBox="1"/>
          <p:nvPr/>
        </p:nvSpPr>
        <p:spPr>
          <a:xfrm>
            <a:off x="2496312" y="10058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Langkah Push"/>
          <p:cNvSpPr/>
          <p:nvPr/>
        </p:nvSpPr>
        <p:spPr>
          <a:xfrm>
            <a:off x="4718304" y="109728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2"/>
          <p:cNvSpPr/>
          <p:nvPr/>
        </p:nvSpPr>
        <p:spPr>
          <a:xfrm>
            <a:off x="4828032" y="1280160"/>
            <a:ext cx="502920" cy="502920"/>
          </a:xfrm>
          <a:prstGeom prst="ellipse">
            <a:avLst/>
          </a:prstGeom>
          <a:solidFill>
            <a:srgbClr val="14A085"/>
          </a:solidFill>
          <a:ln w="12700">
            <a:solidFill>
              <a:srgbClr val="14A085"/>
            </a:solidFill>
            <a:prstDash val="solid"/>
          </a:ln>
        </p:spPr>
      </p:sp>
      <p:pic>
        <p:nvPicPr>
          <p:cNvPr id="18" name="Image 2" descr="preencoded.png">    </p:cNvPr>
          <p:cNvPicPr>
            <a:picLocks noChangeAspect="1"/>
          </p:cNvPicPr>
          <p:nvPr/>
        </p:nvPicPr>
        <p:blipFill>
          <a:blip r:embed="rId3"/>
          <a:stretch>
            <a:fillRect/>
          </a:stretch>
        </p:blipFill>
        <p:spPr>
          <a:xfrm>
            <a:off x="4953762" y="1405890"/>
            <a:ext cx="251460" cy="251460"/>
          </a:xfrm>
          <a:prstGeom prst="rect">
            <a:avLst/>
          </a:prstGeom>
        </p:spPr>
      </p:pic>
      <p:sp>
        <p:nvSpPr>
          <p:cNvPr id="19" name="Text 13"/>
          <p:cNvSpPr txBox="1"/>
          <p:nvPr/>
        </p:nvSpPr>
        <p:spPr>
          <a:xfrm>
            <a:off x="5431536" y="109728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Push</a:t>
            </a:r>
            <a:endParaRPr lang="en-US" sz="1300" dirty="0"/>
          </a:p>
        </p:txBody>
      </p:sp>
      <p:sp>
        <p:nvSpPr>
          <p:cNvPr id="20" name="Shape 14"/>
          <p:cNvSpPr/>
          <p:nvPr/>
        </p:nvSpPr>
        <p:spPr>
          <a:xfrm>
            <a:off x="4626864" y="1005840"/>
            <a:ext cx="274320" cy="274320"/>
          </a:xfrm>
          <a:prstGeom prst="ellipse">
            <a:avLst/>
          </a:prstGeom>
          <a:solidFill>
            <a:srgbClr val="333333"/>
          </a:solidFill>
          <a:ln w="12700">
            <a:solidFill>
              <a:srgbClr val="FFFFFF"/>
            </a:solidFill>
            <a:prstDash val="solid"/>
          </a:ln>
        </p:spPr>
      </p:sp>
      <p:sp>
        <p:nvSpPr>
          <p:cNvPr id="21" name="Text 15"/>
          <p:cNvSpPr txBox="1"/>
          <p:nvPr/>
        </p:nvSpPr>
        <p:spPr>
          <a:xfrm>
            <a:off x="4626864" y="10058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Langkah Pull Request"/>
          <p:cNvSpPr/>
          <p:nvPr/>
        </p:nvSpPr>
        <p:spPr>
          <a:xfrm>
            <a:off x="6848856" y="109728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17"/>
          <p:cNvSpPr/>
          <p:nvPr/>
        </p:nvSpPr>
        <p:spPr>
          <a:xfrm>
            <a:off x="6958584" y="1280160"/>
            <a:ext cx="502920" cy="502920"/>
          </a:xfrm>
          <a:prstGeom prst="ellipse">
            <a:avLst/>
          </a:prstGeom>
          <a:solidFill>
            <a:srgbClr val="2FA4E7"/>
          </a:solidFill>
          <a:ln w="12700">
            <a:solidFill>
              <a:srgbClr val="2FA4E7"/>
            </a:solidFill>
            <a:prstDash val="solid"/>
          </a:ln>
        </p:spPr>
      </p:sp>
      <p:pic>
        <p:nvPicPr>
          <p:cNvPr id="24" name="Image 3" descr="preencoded.png">    </p:cNvPr>
          <p:cNvPicPr>
            <a:picLocks noChangeAspect="1"/>
          </p:cNvPicPr>
          <p:nvPr/>
        </p:nvPicPr>
        <p:blipFill>
          <a:blip r:embed="rId4"/>
          <a:stretch>
            <a:fillRect/>
          </a:stretch>
        </p:blipFill>
        <p:spPr>
          <a:xfrm>
            <a:off x="7084314" y="1405890"/>
            <a:ext cx="251460" cy="251460"/>
          </a:xfrm>
          <a:prstGeom prst="rect">
            <a:avLst/>
          </a:prstGeom>
        </p:spPr>
      </p:pic>
      <p:sp>
        <p:nvSpPr>
          <p:cNvPr id="25" name="Text 18"/>
          <p:cNvSpPr txBox="1"/>
          <p:nvPr/>
        </p:nvSpPr>
        <p:spPr>
          <a:xfrm>
            <a:off x="7562088" y="109728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Pull Request</a:t>
            </a:r>
            <a:endParaRPr lang="en-US" sz="1300" dirty="0"/>
          </a:p>
        </p:txBody>
      </p:sp>
      <p:sp>
        <p:nvSpPr>
          <p:cNvPr id="26" name="Shape 19"/>
          <p:cNvSpPr/>
          <p:nvPr/>
        </p:nvSpPr>
        <p:spPr>
          <a:xfrm>
            <a:off x="6757416" y="1005840"/>
            <a:ext cx="274320" cy="274320"/>
          </a:xfrm>
          <a:prstGeom prst="ellipse">
            <a:avLst/>
          </a:prstGeom>
          <a:solidFill>
            <a:srgbClr val="333333"/>
          </a:solidFill>
          <a:ln w="12700">
            <a:solidFill>
              <a:srgbClr val="FFFFFF"/>
            </a:solidFill>
            <a:prstDash val="solid"/>
          </a:ln>
        </p:spPr>
      </p:sp>
      <p:sp>
        <p:nvSpPr>
          <p:cNvPr id="27" name="Text 20"/>
          <p:cNvSpPr txBox="1"/>
          <p:nvPr/>
        </p:nvSpPr>
        <p:spPr>
          <a:xfrm>
            <a:off x="6757416" y="10058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8" name="Langkah Review &amp; Komentar"/>
          <p:cNvSpPr/>
          <p:nvPr/>
        </p:nvSpPr>
        <p:spPr>
          <a:xfrm>
            <a:off x="6848856" y="237744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2"/>
          <p:cNvSpPr/>
          <p:nvPr/>
        </p:nvSpPr>
        <p:spPr>
          <a:xfrm>
            <a:off x="6958584" y="2560320"/>
            <a:ext cx="502920" cy="502920"/>
          </a:xfrm>
          <a:prstGeom prst="ellipse">
            <a:avLst/>
          </a:prstGeom>
          <a:solidFill>
            <a:srgbClr val="D867B2"/>
          </a:solidFill>
          <a:ln w="12700">
            <a:solidFill>
              <a:srgbClr val="D867B2"/>
            </a:solidFill>
            <a:prstDash val="solid"/>
          </a:ln>
        </p:spPr>
      </p:sp>
      <p:pic>
        <p:nvPicPr>
          <p:cNvPr id="30" name="Image 4" descr="preencoded.png">    </p:cNvPr>
          <p:cNvPicPr>
            <a:picLocks noChangeAspect="1"/>
          </p:cNvPicPr>
          <p:nvPr/>
        </p:nvPicPr>
        <p:blipFill>
          <a:blip r:embed="rId5"/>
          <a:stretch>
            <a:fillRect/>
          </a:stretch>
        </p:blipFill>
        <p:spPr>
          <a:xfrm>
            <a:off x="7084314" y="2686050"/>
            <a:ext cx="251460" cy="251460"/>
          </a:xfrm>
          <a:prstGeom prst="rect">
            <a:avLst/>
          </a:prstGeom>
        </p:spPr>
      </p:pic>
      <p:sp>
        <p:nvSpPr>
          <p:cNvPr id="31" name="Text 23"/>
          <p:cNvSpPr txBox="1"/>
          <p:nvPr/>
        </p:nvSpPr>
        <p:spPr>
          <a:xfrm>
            <a:off x="7562088" y="237744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Review &amp; Komentar</a:t>
            </a:r>
            <a:endParaRPr lang="en-US" sz="1300" dirty="0"/>
          </a:p>
        </p:txBody>
      </p:sp>
      <p:sp>
        <p:nvSpPr>
          <p:cNvPr id="32" name="Shape 24"/>
          <p:cNvSpPr/>
          <p:nvPr/>
        </p:nvSpPr>
        <p:spPr>
          <a:xfrm>
            <a:off x="6757416" y="2286000"/>
            <a:ext cx="274320" cy="274320"/>
          </a:xfrm>
          <a:prstGeom prst="ellipse">
            <a:avLst/>
          </a:prstGeom>
          <a:solidFill>
            <a:srgbClr val="333333"/>
          </a:solidFill>
          <a:ln w="12700">
            <a:solidFill>
              <a:srgbClr val="FFFFFF"/>
            </a:solidFill>
            <a:prstDash val="solid"/>
          </a:ln>
        </p:spPr>
      </p:sp>
      <p:sp>
        <p:nvSpPr>
          <p:cNvPr id="33" name="Text 25"/>
          <p:cNvSpPr txBox="1"/>
          <p:nvPr/>
        </p:nvSpPr>
        <p:spPr>
          <a:xfrm>
            <a:off x="6757416" y="22860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4" name="Langkah Perbaikan"/>
          <p:cNvSpPr/>
          <p:nvPr/>
        </p:nvSpPr>
        <p:spPr>
          <a:xfrm>
            <a:off x="4718304" y="237744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5" name="Shape 27"/>
          <p:cNvSpPr/>
          <p:nvPr/>
        </p:nvSpPr>
        <p:spPr>
          <a:xfrm>
            <a:off x="4828032" y="2560320"/>
            <a:ext cx="502920" cy="502920"/>
          </a:xfrm>
          <a:prstGeom prst="ellipse">
            <a:avLst/>
          </a:prstGeom>
          <a:solidFill>
            <a:srgbClr val="E9573F"/>
          </a:solidFill>
          <a:ln w="12700">
            <a:solidFill>
              <a:srgbClr val="E9573F"/>
            </a:solidFill>
            <a:prstDash val="solid"/>
          </a:ln>
        </p:spPr>
      </p:sp>
      <p:pic>
        <p:nvPicPr>
          <p:cNvPr id="36" name="Image 5" descr="preencoded.png">    </p:cNvPr>
          <p:cNvPicPr>
            <a:picLocks noChangeAspect="1"/>
          </p:cNvPicPr>
          <p:nvPr/>
        </p:nvPicPr>
        <p:blipFill>
          <a:blip r:embed="rId6"/>
          <a:stretch>
            <a:fillRect/>
          </a:stretch>
        </p:blipFill>
        <p:spPr>
          <a:xfrm>
            <a:off x="4953762" y="2686050"/>
            <a:ext cx="251460" cy="251460"/>
          </a:xfrm>
          <a:prstGeom prst="rect">
            <a:avLst/>
          </a:prstGeom>
        </p:spPr>
      </p:pic>
      <p:sp>
        <p:nvSpPr>
          <p:cNvPr id="37" name="Text 28"/>
          <p:cNvSpPr txBox="1"/>
          <p:nvPr/>
        </p:nvSpPr>
        <p:spPr>
          <a:xfrm>
            <a:off x="5431536" y="237744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Perbaikan</a:t>
            </a:r>
            <a:endParaRPr lang="en-US" sz="1300" dirty="0"/>
          </a:p>
        </p:txBody>
      </p:sp>
      <p:sp>
        <p:nvSpPr>
          <p:cNvPr id="38" name="Shape 29"/>
          <p:cNvSpPr/>
          <p:nvPr/>
        </p:nvSpPr>
        <p:spPr>
          <a:xfrm>
            <a:off x="4626864" y="2286000"/>
            <a:ext cx="274320" cy="274320"/>
          </a:xfrm>
          <a:prstGeom prst="ellipse">
            <a:avLst/>
          </a:prstGeom>
          <a:solidFill>
            <a:srgbClr val="333333"/>
          </a:solidFill>
          <a:ln w="12700">
            <a:solidFill>
              <a:srgbClr val="FFFFFF"/>
            </a:solidFill>
            <a:prstDash val="solid"/>
          </a:ln>
        </p:spPr>
      </p:sp>
      <p:sp>
        <p:nvSpPr>
          <p:cNvPr id="39" name="Text 30"/>
          <p:cNvSpPr txBox="1"/>
          <p:nvPr/>
        </p:nvSpPr>
        <p:spPr>
          <a:xfrm>
            <a:off x="4626864" y="22860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0" name="Langkah Approve"/>
          <p:cNvSpPr/>
          <p:nvPr/>
        </p:nvSpPr>
        <p:spPr>
          <a:xfrm>
            <a:off x="2587752" y="237744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1" name="Shape 32"/>
          <p:cNvSpPr/>
          <p:nvPr/>
        </p:nvSpPr>
        <p:spPr>
          <a:xfrm>
            <a:off x="2697480" y="2560320"/>
            <a:ext cx="502920" cy="502920"/>
          </a:xfrm>
          <a:prstGeom prst="ellipse">
            <a:avLst/>
          </a:prstGeom>
          <a:solidFill>
            <a:srgbClr val="61B331"/>
          </a:solidFill>
          <a:ln w="12700">
            <a:solidFill>
              <a:srgbClr val="61B331"/>
            </a:solidFill>
            <a:prstDash val="solid"/>
          </a:ln>
        </p:spPr>
      </p:sp>
      <p:pic>
        <p:nvPicPr>
          <p:cNvPr id="42" name="Image 6" descr="preencoded.png">    </p:cNvPr>
          <p:cNvPicPr>
            <a:picLocks noChangeAspect="1"/>
          </p:cNvPicPr>
          <p:nvPr/>
        </p:nvPicPr>
        <p:blipFill>
          <a:blip r:embed="rId7"/>
          <a:stretch>
            <a:fillRect/>
          </a:stretch>
        </p:blipFill>
        <p:spPr>
          <a:xfrm>
            <a:off x="2823210" y="2686050"/>
            <a:ext cx="251460" cy="251460"/>
          </a:xfrm>
          <a:prstGeom prst="rect">
            <a:avLst/>
          </a:prstGeom>
        </p:spPr>
      </p:pic>
      <p:sp>
        <p:nvSpPr>
          <p:cNvPr id="43" name="Text 33"/>
          <p:cNvSpPr txBox="1"/>
          <p:nvPr/>
        </p:nvSpPr>
        <p:spPr>
          <a:xfrm>
            <a:off x="3300984" y="237744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Approve</a:t>
            </a:r>
            <a:endParaRPr lang="en-US" sz="1300" dirty="0"/>
          </a:p>
        </p:txBody>
      </p:sp>
      <p:sp>
        <p:nvSpPr>
          <p:cNvPr id="44" name="Shape 34"/>
          <p:cNvSpPr/>
          <p:nvPr/>
        </p:nvSpPr>
        <p:spPr>
          <a:xfrm>
            <a:off x="2496312" y="2286000"/>
            <a:ext cx="274320" cy="274320"/>
          </a:xfrm>
          <a:prstGeom prst="ellipse">
            <a:avLst/>
          </a:prstGeom>
          <a:solidFill>
            <a:srgbClr val="333333"/>
          </a:solidFill>
          <a:ln w="12700">
            <a:solidFill>
              <a:srgbClr val="FFFFFF"/>
            </a:solidFill>
            <a:prstDash val="solid"/>
          </a:ln>
        </p:spPr>
      </p:sp>
      <p:sp>
        <p:nvSpPr>
          <p:cNvPr id="45" name="Text 35"/>
          <p:cNvSpPr txBox="1"/>
          <p:nvPr/>
        </p:nvSpPr>
        <p:spPr>
          <a:xfrm>
            <a:off x="2496312" y="22860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46" name="Langkah Merge ke main"/>
          <p:cNvSpPr/>
          <p:nvPr/>
        </p:nvSpPr>
        <p:spPr>
          <a:xfrm>
            <a:off x="457200" y="2377440"/>
            <a:ext cx="182880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7" name="Shape 37"/>
          <p:cNvSpPr/>
          <p:nvPr/>
        </p:nvSpPr>
        <p:spPr>
          <a:xfrm>
            <a:off x="566928" y="2560320"/>
            <a:ext cx="502920" cy="502920"/>
          </a:xfrm>
          <a:prstGeom prst="ellipse">
            <a:avLst/>
          </a:prstGeom>
          <a:solidFill>
            <a:srgbClr val="0F7F6A"/>
          </a:solidFill>
          <a:ln w="12700">
            <a:solidFill>
              <a:srgbClr val="0F7F6A"/>
            </a:solidFill>
            <a:prstDash val="solid"/>
          </a:ln>
        </p:spPr>
      </p:sp>
      <p:pic>
        <p:nvPicPr>
          <p:cNvPr id="48" name="Image 7" descr="preencoded.png">    </p:cNvPr>
          <p:cNvPicPr>
            <a:picLocks noChangeAspect="1"/>
          </p:cNvPicPr>
          <p:nvPr/>
        </p:nvPicPr>
        <p:blipFill>
          <a:blip r:embed="rId8"/>
          <a:stretch>
            <a:fillRect/>
          </a:stretch>
        </p:blipFill>
        <p:spPr>
          <a:xfrm>
            <a:off x="692658" y="2686050"/>
            <a:ext cx="251460" cy="251460"/>
          </a:xfrm>
          <a:prstGeom prst="rect">
            <a:avLst/>
          </a:prstGeom>
        </p:spPr>
      </p:pic>
      <p:sp>
        <p:nvSpPr>
          <p:cNvPr id="49" name="Text 38"/>
          <p:cNvSpPr txBox="1"/>
          <p:nvPr/>
        </p:nvSpPr>
        <p:spPr>
          <a:xfrm>
            <a:off x="1170432" y="2377440"/>
            <a:ext cx="1051560" cy="86868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Merge ke main</a:t>
            </a:r>
            <a:endParaRPr lang="en-US" sz="1300" dirty="0"/>
          </a:p>
        </p:txBody>
      </p:sp>
      <p:sp>
        <p:nvSpPr>
          <p:cNvPr id="50" name="Shape 39"/>
          <p:cNvSpPr/>
          <p:nvPr/>
        </p:nvSpPr>
        <p:spPr>
          <a:xfrm>
            <a:off x="365760" y="2286000"/>
            <a:ext cx="274320" cy="274320"/>
          </a:xfrm>
          <a:prstGeom prst="ellipse">
            <a:avLst/>
          </a:prstGeom>
          <a:solidFill>
            <a:srgbClr val="333333"/>
          </a:solidFill>
          <a:ln w="12700">
            <a:solidFill>
              <a:srgbClr val="FFFFFF"/>
            </a:solidFill>
            <a:prstDash val="solid"/>
          </a:ln>
        </p:spPr>
      </p:sp>
      <p:sp>
        <p:nvSpPr>
          <p:cNvPr id="51" name="Text 40"/>
          <p:cNvSpPr txBox="1"/>
          <p:nvPr/>
        </p:nvSpPr>
        <p:spPr>
          <a:xfrm>
            <a:off x="365760" y="22860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52" name="Shape 41"/>
          <p:cNvSpPr/>
          <p:nvPr/>
        </p:nvSpPr>
        <p:spPr>
          <a:xfrm>
            <a:off x="2313432" y="1527048"/>
            <a:ext cx="246888" cy="0"/>
          </a:xfrm>
          <a:prstGeom prst="line">
            <a:avLst/>
          </a:prstGeom>
          <a:noFill/>
          <a:ln w="31750">
            <a:solidFill>
              <a:srgbClr val="6B6B6B"/>
            </a:solidFill>
            <a:prstDash val="solid"/>
            <a:tailEnd type="triangle"/>
          </a:ln>
        </p:spPr>
      </p:sp>
      <p:sp>
        <p:nvSpPr>
          <p:cNvPr id="53" name="Shape 42"/>
          <p:cNvSpPr/>
          <p:nvPr/>
        </p:nvSpPr>
        <p:spPr>
          <a:xfrm>
            <a:off x="4443984" y="1527048"/>
            <a:ext cx="246888" cy="0"/>
          </a:xfrm>
          <a:prstGeom prst="line">
            <a:avLst/>
          </a:prstGeom>
          <a:noFill/>
          <a:ln w="31750">
            <a:solidFill>
              <a:srgbClr val="6B6B6B"/>
            </a:solidFill>
            <a:prstDash val="solid"/>
            <a:tailEnd type="triangle"/>
          </a:ln>
        </p:spPr>
      </p:sp>
      <p:sp>
        <p:nvSpPr>
          <p:cNvPr id="54" name="Shape 43"/>
          <p:cNvSpPr/>
          <p:nvPr/>
        </p:nvSpPr>
        <p:spPr>
          <a:xfrm>
            <a:off x="6574536" y="1527048"/>
            <a:ext cx="246888" cy="0"/>
          </a:xfrm>
          <a:prstGeom prst="line">
            <a:avLst/>
          </a:prstGeom>
          <a:noFill/>
          <a:ln w="31750">
            <a:solidFill>
              <a:srgbClr val="6B6B6B"/>
            </a:solidFill>
            <a:prstDash val="solid"/>
            <a:tailEnd type="triangle"/>
          </a:ln>
        </p:spPr>
      </p:sp>
      <p:sp>
        <p:nvSpPr>
          <p:cNvPr id="55" name="Shape 44"/>
          <p:cNvSpPr/>
          <p:nvPr/>
        </p:nvSpPr>
        <p:spPr>
          <a:xfrm>
            <a:off x="7763256" y="1993392"/>
            <a:ext cx="0" cy="347472"/>
          </a:xfrm>
          <a:prstGeom prst="line">
            <a:avLst/>
          </a:prstGeom>
          <a:noFill/>
          <a:ln w="31750">
            <a:solidFill>
              <a:srgbClr val="6B6B6B"/>
            </a:solidFill>
            <a:prstDash val="solid"/>
            <a:tailEnd type="triangle"/>
          </a:ln>
        </p:spPr>
      </p:sp>
      <p:sp>
        <p:nvSpPr>
          <p:cNvPr id="56" name="Shape 45"/>
          <p:cNvSpPr/>
          <p:nvPr/>
        </p:nvSpPr>
        <p:spPr>
          <a:xfrm flipH="1">
            <a:off x="6574536" y="2807208"/>
            <a:ext cx="246888" cy="0"/>
          </a:xfrm>
          <a:prstGeom prst="line">
            <a:avLst/>
          </a:prstGeom>
          <a:noFill/>
          <a:ln w="31750">
            <a:solidFill>
              <a:srgbClr val="E9573F"/>
            </a:solidFill>
            <a:prstDash val="solid"/>
            <a:tailEnd type="triangle"/>
          </a:ln>
        </p:spPr>
      </p:sp>
      <p:sp>
        <p:nvSpPr>
          <p:cNvPr id="57" name="Shape 46"/>
          <p:cNvSpPr/>
          <p:nvPr/>
        </p:nvSpPr>
        <p:spPr>
          <a:xfrm flipH="1">
            <a:off x="4443984" y="2807208"/>
            <a:ext cx="246888" cy="0"/>
          </a:xfrm>
          <a:prstGeom prst="line">
            <a:avLst/>
          </a:prstGeom>
          <a:noFill/>
          <a:ln w="31750">
            <a:solidFill>
              <a:srgbClr val="6B6B6B"/>
            </a:solidFill>
            <a:prstDash val="solid"/>
            <a:tailEnd type="triangle"/>
          </a:ln>
        </p:spPr>
      </p:sp>
      <p:sp>
        <p:nvSpPr>
          <p:cNvPr id="58" name="Shape 47"/>
          <p:cNvSpPr/>
          <p:nvPr/>
        </p:nvSpPr>
        <p:spPr>
          <a:xfrm flipH="1">
            <a:off x="2313432" y="2807208"/>
            <a:ext cx="246888" cy="0"/>
          </a:xfrm>
          <a:prstGeom prst="line">
            <a:avLst/>
          </a:prstGeom>
          <a:noFill/>
          <a:ln w="31750">
            <a:solidFill>
              <a:srgbClr val="6B6B6B"/>
            </a:solidFill>
            <a:prstDash val="solid"/>
            <a:tailEnd type="triangle"/>
          </a:ln>
        </p:spPr>
      </p:sp>
      <p:sp>
        <p:nvSpPr>
          <p:cNvPr id="59" name="Shape 48"/>
          <p:cNvSpPr/>
          <p:nvPr/>
        </p:nvSpPr>
        <p:spPr>
          <a:xfrm>
            <a:off x="5632704" y="3246120"/>
            <a:ext cx="0" cy="201168"/>
          </a:xfrm>
          <a:prstGeom prst="line">
            <a:avLst/>
          </a:prstGeom>
          <a:noFill/>
          <a:ln w="31750">
            <a:solidFill>
              <a:srgbClr val="E9573F"/>
            </a:solidFill>
            <a:prstDash val="solid"/>
          </a:ln>
        </p:spPr>
      </p:sp>
      <p:sp>
        <p:nvSpPr>
          <p:cNvPr id="60" name="Shape 49"/>
          <p:cNvSpPr/>
          <p:nvPr/>
        </p:nvSpPr>
        <p:spPr>
          <a:xfrm>
            <a:off x="5632704" y="3447288"/>
            <a:ext cx="2130552" cy="0"/>
          </a:xfrm>
          <a:prstGeom prst="line">
            <a:avLst/>
          </a:prstGeom>
          <a:noFill/>
          <a:ln w="31750">
            <a:solidFill>
              <a:srgbClr val="E9573F"/>
            </a:solidFill>
            <a:prstDash val="solid"/>
          </a:ln>
        </p:spPr>
      </p:sp>
      <p:sp>
        <p:nvSpPr>
          <p:cNvPr id="61" name="Shape 50"/>
          <p:cNvSpPr/>
          <p:nvPr/>
        </p:nvSpPr>
        <p:spPr>
          <a:xfrm flipV="1">
            <a:off x="7763256" y="3246120"/>
            <a:ext cx="0" cy="201168"/>
          </a:xfrm>
          <a:prstGeom prst="line">
            <a:avLst/>
          </a:prstGeom>
          <a:noFill/>
          <a:ln w="31750">
            <a:solidFill>
              <a:srgbClr val="E9573F"/>
            </a:solidFill>
            <a:prstDash val="solid"/>
            <a:tailEnd type="triangle"/>
          </a:ln>
        </p:spPr>
      </p:sp>
      <p:sp>
        <p:nvSpPr>
          <p:cNvPr id="62" name="Text 51"/>
          <p:cNvSpPr txBox="1"/>
          <p:nvPr/>
        </p:nvSpPr>
        <p:spPr>
          <a:xfrm>
            <a:off x="3712464" y="3328416"/>
            <a:ext cx="1828800" cy="256032"/>
          </a:xfrm>
          <a:prstGeom prst="rect">
            <a:avLst/>
          </a:prstGeom>
          <a:noFill/>
          <a:ln/>
        </p:spPr>
        <p:txBody>
          <a:bodyPr wrap="square" lIns="0" tIns="0" rIns="0" bIns="0" rtlCol="0" anchor="ctr"/>
          <a:lstStyle/>
          <a:p>
            <a:pPr algn="r" indent="0" marL="0">
              <a:buNone/>
            </a:pPr>
            <a:r>
              <a:rPr lang="en-US" sz="1100" b="1" dirty="0">
                <a:solidFill>
                  <a:srgbClr val="E9573F"/>
                </a:solidFill>
                <a:latin typeface="Calibri" pitchFamily="34" charset="0"/>
                <a:ea typeface="Calibri" pitchFamily="34" charset="-122"/>
                <a:cs typeface="Calibri" pitchFamily="34" charset="-120"/>
              </a:rPr>
              <a:t>Ulangi sampai disetujui</a:t>
            </a:r>
            <a:endParaRPr lang="en-US" sz="1100" dirty="0"/>
          </a:p>
        </p:txBody>
      </p:sp>
      <p:sp>
        <p:nvSpPr>
          <p:cNvPr id="63" name="Placeholder screenshot"/>
          <p:cNvSpPr/>
          <p:nvPr/>
        </p:nvSpPr>
        <p:spPr>
          <a:xfrm>
            <a:off x="457200" y="3749040"/>
            <a:ext cx="8229600" cy="1005840"/>
          </a:xfrm>
          <a:prstGeom prst="roundRect">
            <a:avLst>
              <a:gd name="adj" fmla="val 10909"/>
            </a:avLst>
          </a:prstGeom>
          <a:solidFill>
            <a:srgbClr val="EFEFEF"/>
          </a:solidFill>
          <a:ln w="19050">
            <a:solidFill>
              <a:srgbClr val="9A9A9A"/>
            </a:solidFill>
            <a:prstDash val="dash"/>
          </a:ln>
        </p:spPr>
      </p:sp>
      <p:pic>
        <p:nvPicPr>
          <p:cNvPr id="64" name="Image 8" descr="preencoded.png">    </p:cNvPr>
          <p:cNvPicPr>
            <a:picLocks noChangeAspect="1"/>
          </p:cNvPicPr>
          <p:nvPr/>
        </p:nvPicPr>
        <p:blipFill>
          <a:blip r:embed="rId9"/>
          <a:stretch>
            <a:fillRect/>
          </a:stretch>
        </p:blipFill>
        <p:spPr>
          <a:xfrm>
            <a:off x="4446270" y="3829507"/>
            <a:ext cx="251460" cy="226314"/>
          </a:xfrm>
          <a:prstGeom prst="rect">
            <a:avLst/>
          </a:prstGeom>
        </p:spPr>
      </p:pic>
      <p:sp>
        <p:nvSpPr>
          <p:cNvPr id="65" name="Text 53"/>
          <p:cNvSpPr txBox="1"/>
          <p:nvPr/>
        </p:nvSpPr>
        <p:spPr>
          <a:xfrm>
            <a:off x="594360" y="4126687"/>
            <a:ext cx="7955280" cy="536753"/>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Pull Request di GitHub — komentar Reviewer + tombol Approve</a:t>
            </a:r>
            <a:endParaRPr lang="en-US" sz="1100" dirty="0"/>
          </a:p>
        </p:txBody>
      </p:sp>
      <p:sp>
        <p:nvSpPr>
          <p:cNvPr id="66"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Kontribusi Tim</a:t>
            </a:r>
            <a:endParaRPr lang="en-US" sz="3000" dirty="0"/>
          </a:p>
        </p:txBody>
      </p:sp>
      <p:sp>
        <p:nvSpPr>
          <p:cNvPr id="4" name="Kontribusi Coder 1"/>
          <p:cNvSpPr/>
          <p:nvPr/>
        </p:nvSpPr>
        <p:spPr>
          <a:xfrm>
            <a:off x="457200" y="1097280"/>
            <a:ext cx="5074920" cy="822960"/>
          </a:xfrm>
          <a:prstGeom prst="roundRect">
            <a:avLst>
              <a:gd name="adj" fmla="val 13333"/>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566928" y="1188720"/>
            <a:ext cx="640080" cy="640080"/>
          </a:xfrm>
          <a:prstGeom prst="ellipse">
            <a:avLst/>
          </a:prstGeom>
          <a:solidFill>
            <a:srgbClr val="14A085"/>
          </a:solidFill>
          <a:ln w="12700">
            <a:solidFill>
              <a:srgbClr val="14A085"/>
            </a:solidFill>
            <a:prstDash val="solid"/>
          </a:ln>
        </p:spPr>
      </p:sp>
      <p:pic>
        <p:nvPicPr>
          <p:cNvPr id="6" name="Image 0" descr="preencoded.png">    </p:cNvPr>
          <p:cNvPicPr>
            <a:picLocks noChangeAspect="1"/>
          </p:cNvPicPr>
          <p:nvPr/>
        </p:nvPicPr>
        <p:blipFill>
          <a:blip r:embed="rId1"/>
          <a:stretch>
            <a:fillRect/>
          </a:stretch>
        </p:blipFill>
        <p:spPr>
          <a:xfrm>
            <a:off x="749808" y="1353312"/>
            <a:ext cx="274320" cy="274320"/>
          </a:xfrm>
          <a:prstGeom prst="rect">
            <a:avLst/>
          </a:prstGeom>
        </p:spPr>
      </p:pic>
      <p:sp>
        <p:nvSpPr>
          <p:cNvPr id="7" name="Text 3"/>
          <p:cNvSpPr txBox="1"/>
          <p:nvPr/>
        </p:nvSpPr>
        <p:spPr>
          <a:xfrm>
            <a:off x="1280160" y="1188720"/>
            <a:ext cx="1143000" cy="32004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Coder 1</a:t>
            </a:r>
            <a:endParaRPr lang="en-US" sz="1300" dirty="0"/>
          </a:p>
        </p:txBody>
      </p:sp>
      <p:sp>
        <p:nvSpPr>
          <p:cNvPr id="8" name="Text 4"/>
          <p:cNvSpPr txBox="1"/>
          <p:nvPr/>
        </p:nvSpPr>
        <p:spPr>
          <a:xfrm>
            <a:off x="1280160" y="1508760"/>
            <a:ext cx="1143000" cy="320040"/>
          </a:xfrm>
          <a:prstGeom prst="rect">
            <a:avLst/>
          </a:prstGeom>
          <a:noFill/>
          <a:ln/>
        </p:spPr>
        <p:txBody>
          <a:bodyPr wrap="square" lIns="0" tIns="0" rIns="0" bIns="0" rtlCol="0" anchor="ctr"/>
          <a:lstStyle/>
          <a:p>
            <a:pPr indent="0" marL="0">
              <a:buNone/>
            </a:pPr>
            <a:r>
              <a:rPr lang="en-US" sz="1100" b="1" dirty="0">
                <a:solidFill>
                  <a:srgbClr val="14A085"/>
                </a:solidFill>
                <a:latin typeface="Calibri" pitchFamily="34" charset="0"/>
                <a:ea typeface="Calibri" pitchFamily="34" charset="-122"/>
                <a:cs typeface="Calibri" pitchFamily="34" charset="-120"/>
              </a:rPr>
              <a:t>5 branch</a:t>
            </a:r>
            <a:endParaRPr lang="en-US" sz="1100" dirty="0"/>
          </a:p>
        </p:txBody>
      </p:sp>
      <p:sp>
        <p:nvSpPr>
          <p:cNvPr id="9" name="Shape 5"/>
          <p:cNvSpPr/>
          <p:nvPr/>
        </p:nvSpPr>
        <p:spPr>
          <a:xfrm>
            <a:off x="2468880" y="1170432"/>
            <a:ext cx="1481328" cy="228600"/>
          </a:xfrm>
          <a:prstGeom prst="roundRect">
            <a:avLst>
              <a:gd name="adj" fmla="val 56000"/>
            </a:avLst>
          </a:prstGeom>
          <a:solidFill>
            <a:srgbClr val="14A085"/>
          </a:solidFill>
          <a:ln w="12700">
            <a:solidFill>
              <a:srgbClr val="14A085"/>
            </a:solidFill>
            <a:prstDash val="solid"/>
          </a:ln>
        </p:spPr>
      </p:sp>
      <p:sp>
        <p:nvSpPr>
          <p:cNvPr id="10" name="Text 6"/>
          <p:cNvSpPr txBox="1"/>
          <p:nvPr/>
        </p:nvSpPr>
        <p:spPr>
          <a:xfrm>
            <a:off x="2468880" y="11704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feature/homepage</a:t>
            </a:r>
            <a:endParaRPr lang="en-US" sz="1000" dirty="0"/>
          </a:p>
        </p:txBody>
      </p:sp>
      <p:sp>
        <p:nvSpPr>
          <p:cNvPr id="11" name="Shape 7"/>
          <p:cNvSpPr/>
          <p:nvPr/>
        </p:nvSpPr>
        <p:spPr>
          <a:xfrm>
            <a:off x="4023360" y="1170432"/>
            <a:ext cx="1481328" cy="228600"/>
          </a:xfrm>
          <a:prstGeom prst="roundRect">
            <a:avLst>
              <a:gd name="adj" fmla="val 56000"/>
            </a:avLst>
          </a:prstGeom>
          <a:solidFill>
            <a:srgbClr val="14A085"/>
          </a:solidFill>
          <a:ln w="12700">
            <a:solidFill>
              <a:srgbClr val="14A085"/>
            </a:solidFill>
            <a:prstDash val="solid"/>
          </a:ln>
        </p:spPr>
      </p:sp>
      <p:sp>
        <p:nvSpPr>
          <p:cNvPr id="12" name="Text 8"/>
          <p:cNvSpPr txBox="1"/>
          <p:nvPr/>
        </p:nvSpPr>
        <p:spPr>
          <a:xfrm>
            <a:off x="4023360" y="11704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feature/about</a:t>
            </a:r>
            <a:endParaRPr lang="en-US" sz="1000" dirty="0"/>
          </a:p>
        </p:txBody>
      </p:sp>
      <p:sp>
        <p:nvSpPr>
          <p:cNvPr id="13" name="Shape 9"/>
          <p:cNvSpPr/>
          <p:nvPr/>
        </p:nvSpPr>
        <p:spPr>
          <a:xfrm>
            <a:off x="2468880" y="1426464"/>
            <a:ext cx="1481328" cy="228600"/>
          </a:xfrm>
          <a:prstGeom prst="roundRect">
            <a:avLst>
              <a:gd name="adj" fmla="val 56000"/>
            </a:avLst>
          </a:prstGeom>
          <a:solidFill>
            <a:srgbClr val="14A085"/>
          </a:solidFill>
          <a:ln w="12700">
            <a:solidFill>
              <a:srgbClr val="14A085"/>
            </a:solidFill>
            <a:prstDash val="solid"/>
          </a:ln>
        </p:spPr>
      </p:sp>
      <p:sp>
        <p:nvSpPr>
          <p:cNvPr id="14" name="Text 10"/>
          <p:cNvSpPr txBox="1"/>
          <p:nvPr/>
        </p:nvSpPr>
        <p:spPr>
          <a:xfrm>
            <a:off x="2468880" y="1426464"/>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feature/courses</a:t>
            </a:r>
            <a:endParaRPr lang="en-US" sz="1000" dirty="0"/>
          </a:p>
        </p:txBody>
      </p:sp>
      <p:sp>
        <p:nvSpPr>
          <p:cNvPr id="15" name="Shape 11"/>
          <p:cNvSpPr/>
          <p:nvPr/>
        </p:nvSpPr>
        <p:spPr>
          <a:xfrm>
            <a:off x="4023360" y="1426464"/>
            <a:ext cx="1481328" cy="228600"/>
          </a:xfrm>
          <a:prstGeom prst="roundRect">
            <a:avLst>
              <a:gd name="adj" fmla="val 56000"/>
            </a:avLst>
          </a:prstGeom>
          <a:solidFill>
            <a:srgbClr val="14A085"/>
          </a:solidFill>
          <a:ln w="12700">
            <a:solidFill>
              <a:srgbClr val="14A085"/>
            </a:solidFill>
            <a:prstDash val="solid"/>
          </a:ln>
        </p:spPr>
      </p:sp>
      <p:sp>
        <p:nvSpPr>
          <p:cNvPr id="16" name="Text 12"/>
          <p:cNvSpPr txBox="1"/>
          <p:nvPr/>
        </p:nvSpPr>
        <p:spPr>
          <a:xfrm>
            <a:off x="4023360" y="1426464"/>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feature/gallery</a:t>
            </a:r>
            <a:endParaRPr lang="en-US" sz="1000" dirty="0"/>
          </a:p>
        </p:txBody>
      </p:sp>
      <p:sp>
        <p:nvSpPr>
          <p:cNvPr id="17" name="Shape 13"/>
          <p:cNvSpPr/>
          <p:nvPr/>
        </p:nvSpPr>
        <p:spPr>
          <a:xfrm>
            <a:off x="2468880" y="1682496"/>
            <a:ext cx="1481328" cy="228600"/>
          </a:xfrm>
          <a:prstGeom prst="roundRect">
            <a:avLst>
              <a:gd name="adj" fmla="val 56000"/>
            </a:avLst>
          </a:prstGeom>
          <a:solidFill>
            <a:srgbClr val="14A085"/>
          </a:solidFill>
          <a:ln w="12700">
            <a:solidFill>
              <a:srgbClr val="14A085"/>
            </a:solidFill>
            <a:prstDash val="solid"/>
          </a:ln>
        </p:spPr>
      </p:sp>
      <p:sp>
        <p:nvSpPr>
          <p:cNvPr id="18" name="Text 14"/>
          <p:cNvSpPr txBox="1"/>
          <p:nvPr/>
        </p:nvSpPr>
        <p:spPr>
          <a:xfrm>
            <a:off x="2468880" y="1682496"/>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feature/pricing</a:t>
            </a:r>
            <a:endParaRPr lang="en-US" sz="1000" dirty="0"/>
          </a:p>
        </p:txBody>
      </p:sp>
      <p:sp>
        <p:nvSpPr>
          <p:cNvPr id="19" name="Kontribusi Coder 2"/>
          <p:cNvSpPr/>
          <p:nvPr/>
        </p:nvSpPr>
        <p:spPr>
          <a:xfrm>
            <a:off x="457200" y="2011680"/>
            <a:ext cx="5074920" cy="822960"/>
          </a:xfrm>
          <a:prstGeom prst="roundRect">
            <a:avLst>
              <a:gd name="adj" fmla="val 13333"/>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6"/>
          <p:cNvSpPr/>
          <p:nvPr/>
        </p:nvSpPr>
        <p:spPr>
          <a:xfrm>
            <a:off x="566928" y="2103120"/>
            <a:ext cx="640080" cy="640080"/>
          </a:xfrm>
          <a:prstGeom prst="ellipse">
            <a:avLst/>
          </a:prstGeom>
          <a:solidFill>
            <a:srgbClr val="2FA4E7"/>
          </a:solidFill>
          <a:ln w="12700">
            <a:solidFill>
              <a:srgbClr val="2FA4E7"/>
            </a:solidFill>
            <a:prstDash val="solid"/>
          </a:ln>
        </p:spPr>
      </p:sp>
      <p:pic>
        <p:nvPicPr>
          <p:cNvPr id="21" name="Image 1" descr="preencoded.png">    </p:cNvPr>
          <p:cNvPicPr>
            <a:picLocks noChangeAspect="1"/>
          </p:cNvPicPr>
          <p:nvPr/>
        </p:nvPicPr>
        <p:blipFill>
          <a:blip r:embed="rId2"/>
          <a:stretch>
            <a:fillRect/>
          </a:stretch>
        </p:blipFill>
        <p:spPr>
          <a:xfrm>
            <a:off x="749808" y="2267712"/>
            <a:ext cx="274320" cy="274320"/>
          </a:xfrm>
          <a:prstGeom prst="rect">
            <a:avLst/>
          </a:prstGeom>
        </p:spPr>
      </p:pic>
      <p:sp>
        <p:nvSpPr>
          <p:cNvPr id="22" name="Text 17"/>
          <p:cNvSpPr txBox="1"/>
          <p:nvPr/>
        </p:nvSpPr>
        <p:spPr>
          <a:xfrm>
            <a:off x="1280160" y="2103120"/>
            <a:ext cx="1143000" cy="32004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Coder 2</a:t>
            </a:r>
            <a:endParaRPr lang="en-US" sz="1300" dirty="0"/>
          </a:p>
        </p:txBody>
      </p:sp>
      <p:sp>
        <p:nvSpPr>
          <p:cNvPr id="23" name="Text 18"/>
          <p:cNvSpPr txBox="1"/>
          <p:nvPr/>
        </p:nvSpPr>
        <p:spPr>
          <a:xfrm>
            <a:off x="1280160" y="2423160"/>
            <a:ext cx="1143000" cy="320040"/>
          </a:xfrm>
          <a:prstGeom prst="rect">
            <a:avLst/>
          </a:prstGeom>
          <a:noFill/>
          <a:ln/>
        </p:spPr>
        <p:txBody>
          <a:bodyPr wrap="square" lIns="0" tIns="0" rIns="0" bIns="0" rtlCol="0" anchor="ctr"/>
          <a:lstStyle/>
          <a:p>
            <a:pPr indent="0" marL="0">
              <a:buNone/>
            </a:pPr>
            <a:r>
              <a:rPr lang="en-US" sz="1100" b="1" dirty="0">
                <a:solidFill>
                  <a:srgbClr val="2FA4E7"/>
                </a:solidFill>
                <a:latin typeface="Calibri" pitchFamily="34" charset="0"/>
                <a:ea typeface="Calibri" pitchFamily="34" charset="-122"/>
                <a:cs typeface="Calibri" pitchFamily="34" charset="-120"/>
              </a:rPr>
              <a:t>4 branch</a:t>
            </a:r>
            <a:endParaRPr lang="en-US" sz="1100" dirty="0"/>
          </a:p>
        </p:txBody>
      </p:sp>
      <p:sp>
        <p:nvSpPr>
          <p:cNvPr id="24" name="Shape 19"/>
          <p:cNvSpPr/>
          <p:nvPr/>
        </p:nvSpPr>
        <p:spPr>
          <a:xfrm>
            <a:off x="2468880" y="2084832"/>
            <a:ext cx="1481328" cy="228600"/>
          </a:xfrm>
          <a:prstGeom prst="roundRect">
            <a:avLst>
              <a:gd name="adj" fmla="val 56000"/>
            </a:avLst>
          </a:prstGeom>
          <a:solidFill>
            <a:srgbClr val="2FA4E7"/>
          </a:solidFill>
          <a:ln w="12700">
            <a:solidFill>
              <a:srgbClr val="2FA4E7"/>
            </a:solidFill>
            <a:prstDash val="solid"/>
          </a:ln>
        </p:spPr>
      </p:sp>
      <p:sp>
        <p:nvSpPr>
          <p:cNvPr id="25" name="Text 20"/>
          <p:cNvSpPr txBox="1"/>
          <p:nvPr/>
        </p:nvSpPr>
        <p:spPr>
          <a:xfrm>
            <a:off x="2468880" y="20848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feature/navbar-footer</a:t>
            </a:r>
            <a:endParaRPr lang="en-US" sz="1000" dirty="0"/>
          </a:p>
        </p:txBody>
      </p:sp>
      <p:sp>
        <p:nvSpPr>
          <p:cNvPr id="26" name="Shape 21"/>
          <p:cNvSpPr/>
          <p:nvPr/>
        </p:nvSpPr>
        <p:spPr>
          <a:xfrm>
            <a:off x="4023360" y="2084832"/>
            <a:ext cx="1481328" cy="228600"/>
          </a:xfrm>
          <a:prstGeom prst="roundRect">
            <a:avLst>
              <a:gd name="adj" fmla="val 56000"/>
            </a:avLst>
          </a:prstGeom>
          <a:solidFill>
            <a:srgbClr val="2FA4E7"/>
          </a:solidFill>
          <a:ln w="12700">
            <a:solidFill>
              <a:srgbClr val="2FA4E7"/>
            </a:solidFill>
            <a:prstDash val="solid"/>
          </a:ln>
        </p:spPr>
      </p:sp>
      <p:sp>
        <p:nvSpPr>
          <p:cNvPr id="27" name="Text 22"/>
          <p:cNvSpPr txBox="1"/>
          <p:nvPr/>
        </p:nvSpPr>
        <p:spPr>
          <a:xfrm>
            <a:off x="4023360" y="20848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feature/contact</a:t>
            </a:r>
            <a:endParaRPr lang="en-US" sz="1000" dirty="0"/>
          </a:p>
        </p:txBody>
      </p:sp>
      <p:sp>
        <p:nvSpPr>
          <p:cNvPr id="28" name="Shape 23"/>
          <p:cNvSpPr/>
          <p:nvPr/>
        </p:nvSpPr>
        <p:spPr>
          <a:xfrm>
            <a:off x="2468880" y="2340864"/>
            <a:ext cx="1481328" cy="228600"/>
          </a:xfrm>
          <a:prstGeom prst="roundRect">
            <a:avLst>
              <a:gd name="adj" fmla="val 56000"/>
            </a:avLst>
          </a:prstGeom>
          <a:solidFill>
            <a:srgbClr val="2FA4E7"/>
          </a:solidFill>
          <a:ln w="12700">
            <a:solidFill>
              <a:srgbClr val="2FA4E7"/>
            </a:solidFill>
            <a:prstDash val="solid"/>
          </a:ln>
        </p:spPr>
      </p:sp>
      <p:sp>
        <p:nvSpPr>
          <p:cNvPr id="29" name="Text 24"/>
          <p:cNvSpPr txBox="1"/>
          <p:nvPr/>
        </p:nvSpPr>
        <p:spPr>
          <a:xfrm>
            <a:off x="2468880" y="2340864"/>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feature/posts</a:t>
            </a:r>
            <a:endParaRPr lang="en-US" sz="1000" dirty="0"/>
          </a:p>
        </p:txBody>
      </p:sp>
      <p:sp>
        <p:nvSpPr>
          <p:cNvPr id="30" name="Shape 25"/>
          <p:cNvSpPr/>
          <p:nvPr/>
        </p:nvSpPr>
        <p:spPr>
          <a:xfrm>
            <a:off x="4023360" y="2340864"/>
            <a:ext cx="1481328" cy="228600"/>
          </a:xfrm>
          <a:prstGeom prst="roundRect">
            <a:avLst>
              <a:gd name="adj" fmla="val 56000"/>
            </a:avLst>
          </a:prstGeom>
          <a:solidFill>
            <a:srgbClr val="2FA4E7"/>
          </a:solidFill>
          <a:ln w="12700">
            <a:solidFill>
              <a:srgbClr val="2FA4E7"/>
            </a:solidFill>
            <a:prstDash val="solid"/>
          </a:ln>
        </p:spPr>
      </p:sp>
      <p:sp>
        <p:nvSpPr>
          <p:cNvPr id="31" name="Text 26"/>
          <p:cNvSpPr txBox="1"/>
          <p:nvPr/>
        </p:nvSpPr>
        <p:spPr>
          <a:xfrm>
            <a:off x="4023360" y="2340864"/>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feature/news</a:t>
            </a:r>
            <a:endParaRPr lang="en-US" sz="1000" dirty="0"/>
          </a:p>
        </p:txBody>
      </p:sp>
      <p:sp>
        <p:nvSpPr>
          <p:cNvPr id="32" name="Kontribusi Reviewer"/>
          <p:cNvSpPr/>
          <p:nvPr/>
        </p:nvSpPr>
        <p:spPr>
          <a:xfrm>
            <a:off x="457200" y="2926080"/>
            <a:ext cx="5074920" cy="822960"/>
          </a:xfrm>
          <a:prstGeom prst="roundRect">
            <a:avLst>
              <a:gd name="adj" fmla="val 13333"/>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3" name="Shape 28"/>
          <p:cNvSpPr/>
          <p:nvPr/>
        </p:nvSpPr>
        <p:spPr>
          <a:xfrm>
            <a:off x="566928" y="3017520"/>
            <a:ext cx="640080" cy="640080"/>
          </a:xfrm>
          <a:prstGeom prst="ellipse">
            <a:avLst/>
          </a:prstGeom>
          <a:solidFill>
            <a:srgbClr val="D867B2"/>
          </a:solidFill>
          <a:ln w="12700">
            <a:solidFill>
              <a:srgbClr val="D867B2"/>
            </a:solidFill>
            <a:prstDash val="solid"/>
          </a:ln>
        </p:spPr>
      </p:sp>
      <p:pic>
        <p:nvPicPr>
          <p:cNvPr id="34" name="Image 2" descr="preencoded.png">    </p:cNvPr>
          <p:cNvPicPr>
            <a:picLocks noChangeAspect="1"/>
          </p:cNvPicPr>
          <p:nvPr/>
        </p:nvPicPr>
        <p:blipFill>
          <a:blip r:embed="rId3"/>
          <a:stretch>
            <a:fillRect/>
          </a:stretch>
        </p:blipFill>
        <p:spPr>
          <a:xfrm>
            <a:off x="749808" y="3182112"/>
            <a:ext cx="274320" cy="274320"/>
          </a:xfrm>
          <a:prstGeom prst="rect">
            <a:avLst/>
          </a:prstGeom>
        </p:spPr>
      </p:pic>
      <p:sp>
        <p:nvSpPr>
          <p:cNvPr id="35" name="Text 29"/>
          <p:cNvSpPr txBox="1"/>
          <p:nvPr/>
        </p:nvSpPr>
        <p:spPr>
          <a:xfrm>
            <a:off x="1280160" y="3017520"/>
            <a:ext cx="1143000" cy="32004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Reviewer</a:t>
            </a:r>
            <a:endParaRPr lang="en-US" sz="1300" dirty="0"/>
          </a:p>
        </p:txBody>
      </p:sp>
      <p:sp>
        <p:nvSpPr>
          <p:cNvPr id="36" name="Text 30"/>
          <p:cNvSpPr txBox="1"/>
          <p:nvPr/>
        </p:nvSpPr>
        <p:spPr>
          <a:xfrm>
            <a:off x="1280160" y="3337560"/>
            <a:ext cx="1143000" cy="320040"/>
          </a:xfrm>
          <a:prstGeom prst="rect">
            <a:avLst/>
          </a:prstGeom>
          <a:noFill/>
          <a:ln/>
        </p:spPr>
        <p:txBody>
          <a:bodyPr wrap="square" lIns="0" tIns="0" rIns="0" bIns="0" rtlCol="0" anchor="ctr"/>
          <a:lstStyle/>
          <a:p>
            <a:pPr indent="0" marL="0">
              <a:buNone/>
            </a:pPr>
            <a:r>
              <a:rPr lang="en-US" sz="1100" b="1" dirty="0">
                <a:solidFill>
                  <a:srgbClr val="D867B2"/>
                </a:solidFill>
                <a:latin typeface="Calibri" pitchFamily="34" charset="0"/>
                <a:ea typeface="Calibri" pitchFamily="34" charset="-122"/>
                <a:cs typeface="Calibri" pitchFamily="34" charset="-120"/>
              </a:rPr>
              <a:t>Review PR</a:t>
            </a:r>
            <a:endParaRPr lang="en-US" sz="1100" dirty="0"/>
          </a:p>
        </p:txBody>
      </p:sp>
      <p:sp>
        <p:nvSpPr>
          <p:cNvPr id="37" name="Shape 31"/>
          <p:cNvSpPr/>
          <p:nvPr/>
        </p:nvSpPr>
        <p:spPr>
          <a:xfrm>
            <a:off x="2468880" y="2999232"/>
            <a:ext cx="1481328" cy="228600"/>
          </a:xfrm>
          <a:prstGeom prst="roundRect">
            <a:avLst>
              <a:gd name="adj" fmla="val 56000"/>
            </a:avLst>
          </a:prstGeom>
          <a:solidFill>
            <a:srgbClr val="D867B2"/>
          </a:solidFill>
          <a:ln w="12700">
            <a:solidFill>
              <a:srgbClr val="D867B2"/>
            </a:solidFill>
            <a:prstDash val="solid"/>
          </a:ln>
        </p:spPr>
      </p:sp>
      <p:sp>
        <p:nvSpPr>
          <p:cNvPr id="38" name="Text 32"/>
          <p:cNvSpPr txBox="1"/>
          <p:nvPr/>
        </p:nvSpPr>
        <p:spPr>
          <a:xfrm>
            <a:off x="2468880" y="29992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Komentar</a:t>
            </a:r>
            <a:endParaRPr lang="en-US" sz="1000" dirty="0"/>
          </a:p>
        </p:txBody>
      </p:sp>
      <p:sp>
        <p:nvSpPr>
          <p:cNvPr id="39" name="Shape 33"/>
          <p:cNvSpPr/>
          <p:nvPr/>
        </p:nvSpPr>
        <p:spPr>
          <a:xfrm>
            <a:off x="4023360" y="2999232"/>
            <a:ext cx="1481328" cy="228600"/>
          </a:xfrm>
          <a:prstGeom prst="roundRect">
            <a:avLst>
              <a:gd name="adj" fmla="val 56000"/>
            </a:avLst>
          </a:prstGeom>
          <a:solidFill>
            <a:srgbClr val="D867B2"/>
          </a:solidFill>
          <a:ln w="12700">
            <a:solidFill>
              <a:srgbClr val="D867B2"/>
            </a:solidFill>
            <a:prstDash val="solid"/>
          </a:ln>
        </p:spPr>
      </p:sp>
      <p:sp>
        <p:nvSpPr>
          <p:cNvPr id="40" name="Text 34"/>
          <p:cNvSpPr txBox="1"/>
          <p:nvPr/>
        </p:nvSpPr>
        <p:spPr>
          <a:xfrm>
            <a:off x="4023360" y="29992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Minta perbaikan</a:t>
            </a:r>
            <a:endParaRPr lang="en-US" sz="1000" dirty="0"/>
          </a:p>
        </p:txBody>
      </p:sp>
      <p:sp>
        <p:nvSpPr>
          <p:cNvPr id="41" name="Shape 35"/>
          <p:cNvSpPr/>
          <p:nvPr/>
        </p:nvSpPr>
        <p:spPr>
          <a:xfrm>
            <a:off x="2468880" y="3255264"/>
            <a:ext cx="1481328" cy="228600"/>
          </a:xfrm>
          <a:prstGeom prst="roundRect">
            <a:avLst>
              <a:gd name="adj" fmla="val 56000"/>
            </a:avLst>
          </a:prstGeom>
          <a:solidFill>
            <a:srgbClr val="D867B2"/>
          </a:solidFill>
          <a:ln w="12700">
            <a:solidFill>
              <a:srgbClr val="D867B2"/>
            </a:solidFill>
            <a:prstDash val="solid"/>
          </a:ln>
        </p:spPr>
      </p:sp>
      <p:sp>
        <p:nvSpPr>
          <p:cNvPr id="42" name="Text 36"/>
          <p:cNvSpPr txBox="1"/>
          <p:nvPr/>
        </p:nvSpPr>
        <p:spPr>
          <a:xfrm>
            <a:off x="2468880" y="3255264"/>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Approve</a:t>
            </a:r>
            <a:endParaRPr lang="en-US" sz="1000" dirty="0"/>
          </a:p>
        </p:txBody>
      </p:sp>
      <p:sp>
        <p:nvSpPr>
          <p:cNvPr id="43" name="Kontribusi Dokumentator"/>
          <p:cNvSpPr/>
          <p:nvPr/>
        </p:nvSpPr>
        <p:spPr>
          <a:xfrm>
            <a:off x="457200" y="3840480"/>
            <a:ext cx="5074920" cy="822960"/>
          </a:xfrm>
          <a:prstGeom prst="roundRect">
            <a:avLst>
              <a:gd name="adj" fmla="val 13333"/>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4" name="Shape 38"/>
          <p:cNvSpPr/>
          <p:nvPr/>
        </p:nvSpPr>
        <p:spPr>
          <a:xfrm>
            <a:off x="566928" y="3931920"/>
            <a:ext cx="640080" cy="640080"/>
          </a:xfrm>
          <a:prstGeom prst="ellipse">
            <a:avLst/>
          </a:prstGeom>
          <a:solidFill>
            <a:srgbClr val="E9573F"/>
          </a:solidFill>
          <a:ln w="12700">
            <a:solidFill>
              <a:srgbClr val="E9573F"/>
            </a:solidFill>
            <a:prstDash val="solid"/>
          </a:ln>
        </p:spPr>
      </p:sp>
      <p:pic>
        <p:nvPicPr>
          <p:cNvPr id="45" name="Image 3" descr="preencoded.png">    </p:cNvPr>
          <p:cNvPicPr>
            <a:picLocks noChangeAspect="1"/>
          </p:cNvPicPr>
          <p:nvPr/>
        </p:nvPicPr>
        <p:blipFill>
          <a:blip r:embed="rId4"/>
          <a:stretch>
            <a:fillRect/>
          </a:stretch>
        </p:blipFill>
        <p:spPr>
          <a:xfrm>
            <a:off x="749808" y="4096512"/>
            <a:ext cx="274320" cy="274320"/>
          </a:xfrm>
          <a:prstGeom prst="rect">
            <a:avLst/>
          </a:prstGeom>
        </p:spPr>
      </p:pic>
      <p:sp>
        <p:nvSpPr>
          <p:cNvPr id="46" name="Text 39"/>
          <p:cNvSpPr txBox="1"/>
          <p:nvPr/>
        </p:nvSpPr>
        <p:spPr>
          <a:xfrm>
            <a:off x="1280160" y="3931920"/>
            <a:ext cx="1143000" cy="320040"/>
          </a:xfrm>
          <a:prstGeom prst="rect">
            <a:avLst/>
          </a:prstGeom>
          <a:noFill/>
          <a:ln/>
        </p:spPr>
        <p:txBody>
          <a:bodyPr wrap="square" lIns="0" tIns="0" rIns="0" bIns="0"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Dokumentator</a:t>
            </a:r>
            <a:endParaRPr lang="en-US" sz="1300" dirty="0"/>
          </a:p>
        </p:txBody>
      </p:sp>
      <p:sp>
        <p:nvSpPr>
          <p:cNvPr id="47" name="Text 40"/>
          <p:cNvSpPr txBox="1"/>
          <p:nvPr/>
        </p:nvSpPr>
        <p:spPr>
          <a:xfrm>
            <a:off x="1280160" y="4251960"/>
            <a:ext cx="1143000" cy="320040"/>
          </a:xfrm>
          <a:prstGeom prst="rect">
            <a:avLst/>
          </a:prstGeom>
          <a:noFill/>
          <a:ln/>
        </p:spPr>
        <p:txBody>
          <a:bodyPr wrap="square" lIns="0" tIns="0" rIns="0" bIns="0" rtlCol="0" anchor="ctr"/>
          <a:lstStyle/>
          <a:p>
            <a:pPr indent="0" marL="0">
              <a:buNone/>
            </a:pPr>
            <a:r>
              <a:rPr lang="en-US" sz="1100" b="1" dirty="0">
                <a:solidFill>
                  <a:srgbClr val="E9573F"/>
                </a:solidFill>
                <a:latin typeface="Calibri" pitchFamily="34" charset="0"/>
                <a:ea typeface="Calibri" pitchFamily="34" charset="-122"/>
                <a:cs typeface="Calibri" pitchFamily="34" charset="-120"/>
              </a:rPr>
              <a:t>1 branch</a:t>
            </a:r>
            <a:endParaRPr lang="en-US" sz="1100" dirty="0"/>
          </a:p>
        </p:txBody>
      </p:sp>
      <p:sp>
        <p:nvSpPr>
          <p:cNvPr id="48" name="Shape 41"/>
          <p:cNvSpPr/>
          <p:nvPr/>
        </p:nvSpPr>
        <p:spPr>
          <a:xfrm>
            <a:off x="2468880" y="3913632"/>
            <a:ext cx="1481328" cy="228600"/>
          </a:xfrm>
          <a:prstGeom prst="roundRect">
            <a:avLst>
              <a:gd name="adj" fmla="val 56000"/>
            </a:avLst>
          </a:prstGeom>
          <a:solidFill>
            <a:srgbClr val="E9573F"/>
          </a:solidFill>
          <a:ln w="12700">
            <a:solidFill>
              <a:srgbClr val="E9573F"/>
            </a:solidFill>
            <a:prstDash val="solid"/>
          </a:ln>
        </p:spPr>
      </p:sp>
      <p:sp>
        <p:nvSpPr>
          <p:cNvPr id="49" name="Text 42"/>
          <p:cNvSpPr txBox="1"/>
          <p:nvPr/>
        </p:nvSpPr>
        <p:spPr>
          <a:xfrm>
            <a:off x="2468880" y="39136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docs/readme</a:t>
            </a:r>
            <a:endParaRPr lang="en-US" sz="1000" dirty="0"/>
          </a:p>
        </p:txBody>
      </p:sp>
      <p:sp>
        <p:nvSpPr>
          <p:cNvPr id="50" name="Shape 43"/>
          <p:cNvSpPr/>
          <p:nvPr/>
        </p:nvSpPr>
        <p:spPr>
          <a:xfrm>
            <a:off x="4023360" y="3913632"/>
            <a:ext cx="1481328" cy="228600"/>
          </a:xfrm>
          <a:prstGeom prst="roundRect">
            <a:avLst>
              <a:gd name="adj" fmla="val 56000"/>
            </a:avLst>
          </a:prstGeom>
          <a:solidFill>
            <a:srgbClr val="E9573F"/>
          </a:solidFill>
          <a:ln w="12700">
            <a:solidFill>
              <a:srgbClr val="E9573F"/>
            </a:solidFill>
            <a:prstDash val="solid"/>
          </a:ln>
        </p:spPr>
      </p:sp>
      <p:sp>
        <p:nvSpPr>
          <p:cNvPr id="51" name="Text 44"/>
          <p:cNvSpPr txBox="1"/>
          <p:nvPr/>
        </p:nvSpPr>
        <p:spPr>
          <a:xfrm>
            <a:off x="4023360" y="3913632"/>
            <a:ext cx="1481328" cy="2286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PPTX</a:t>
            </a:r>
            <a:endParaRPr lang="en-US" sz="1000" dirty="0"/>
          </a:p>
        </p:txBody>
      </p:sp>
      <p:sp>
        <p:nvSpPr>
          <p:cNvPr id="52" name="Placeholder screenshot"/>
          <p:cNvSpPr/>
          <p:nvPr/>
        </p:nvSpPr>
        <p:spPr>
          <a:xfrm>
            <a:off x="5760720" y="1097280"/>
            <a:ext cx="2926080" cy="3566160"/>
          </a:xfrm>
          <a:prstGeom prst="roundRect">
            <a:avLst>
              <a:gd name="adj" fmla="val 3750"/>
            </a:avLst>
          </a:prstGeom>
          <a:solidFill>
            <a:srgbClr val="EFEFEF"/>
          </a:solidFill>
          <a:ln w="19050">
            <a:solidFill>
              <a:srgbClr val="9A9A9A"/>
            </a:solidFill>
            <a:prstDash val="dash"/>
          </a:ln>
        </p:spPr>
      </p:sp>
      <p:pic>
        <p:nvPicPr>
          <p:cNvPr id="53" name="Image 4" descr="preencoded.png">    </p:cNvPr>
          <p:cNvPicPr>
            <a:picLocks noChangeAspect="1"/>
          </p:cNvPicPr>
          <p:nvPr/>
        </p:nvPicPr>
        <p:blipFill>
          <a:blip r:embed="rId5"/>
          <a:stretch>
            <a:fillRect/>
          </a:stretch>
        </p:blipFill>
        <p:spPr>
          <a:xfrm>
            <a:off x="6995160" y="2202790"/>
            <a:ext cx="457200" cy="411480"/>
          </a:xfrm>
          <a:prstGeom prst="rect">
            <a:avLst/>
          </a:prstGeom>
        </p:spPr>
      </p:pic>
      <p:sp>
        <p:nvSpPr>
          <p:cNvPr id="54" name="Text 46"/>
          <p:cNvSpPr txBox="1"/>
          <p:nvPr/>
        </p:nvSpPr>
        <p:spPr>
          <a:xfrm>
            <a:off x="5897880" y="2705710"/>
            <a:ext cx="2651760" cy="1866290"/>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Pull Request di GitHub — komentar Reviewer + tombol Approve</a:t>
            </a:r>
            <a:endParaRPr lang="en-US" sz="1100" dirty="0"/>
          </a:p>
        </p:txBody>
      </p:sp>
      <p:sp>
        <p:nvSpPr>
          <p:cNvPr id="55"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F7F6A"/>
                </a:solidFill>
                <a:latin typeface="Calibri" pitchFamily="34" charset="0"/>
                <a:ea typeface="Calibri" pitchFamily="34" charset="-122"/>
                <a:cs typeface="Calibri" pitchFamily="34" charset="-120"/>
              </a:rPr>
              <a:t>Tampilan Website</a:t>
            </a:r>
            <a:endParaRPr lang="en-US" sz="3000" dirty="0"/>
          </a:p>
        </p:txBody>
      </p:sp>
      <p:sp>
        <p:nvSpPr>
          <p:cNvPr id="4" name="Placeholder screenshot"/>
          <p:cNvSpPr/>
          <p:nvPr/>
        </p:nvSpPr>
        <p:spPr>
          <a:xfrm>
            <a:off x="457200" y="1097280"/>
            <a:ext cx="4937760" cy="3566160"/>
          </a:xfrm>
          <a:prstGeom prst="roundRect">
            <a:avLst>
              <a:gd name="adj" fmla="val 3077"/>
            </a:avLst>
          </a:prstGeom>
          <a:solidFill>
            <a:srgbClr val="EFEFEF"/>
          </a:solidFill>
          <a:ln w="19050">
            <a:solidFill>
              <a:srgbClr val="9A9A9A"/>
            </a:solidFill>
            <a:prstDash val="dash"/>
          </a:ln>
        </p:spPr>
      </p:sp>
      <p:pic>
        <p:nvPicPr>
          <p:cNvPr id="5" name="Image 0" descr="preencoded.png">    </p:cNvPr>
          <p:cNvPicPr>
            <a:picLocks noChangeAspect="1"/>
          </p:cNvPicPr>
          <p:nvPr/>
        </p:nvPicPr>
        <p:blipFill>
          <a:blip r:embed="rId1"/>
          <a:stretch>
            <a:fillRect/>
          </a:stretch>
        </p:blipFill>
        <p:spPr>
          <a:xfrm>
            <a:off x="2697480" y="2202790"/>
            <a:ext cx="457200" cy="411480"/>
          </a:xfrm>
          <a:prstGeom prst="rect">
            <a:avLst/>
          </a:prstGeom>
        </p:spPr>
      </p:pic>
      <p:sp>
        <p:nvSpPr>
          <p:cNvPr id="6" name="Text 2"/>
          <p:cNvSpPr txBox="1"/>
          <p:nvPr/>
        </p:nvSpPr>
        <p:spPr>
          <a:xfrm>
            <a:off x="594360" y="2705710"/>
            <a:ext cx="4663440" cy="1866290"/>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Halaman Beranda (index.html) — tampilkan slider + bagian "Kursus Unggulan Kami", lebar layar penuh</a:t>
            </a:r>
            <a:endParaRPr lang="en-US" sz="1100" dirty="0"/>
          </a:p>
        </p:txBody>
      </p:sp>
      <p:sp>
        <p:nvSpPr>
          <p:cNvPr id="7" name="Placeholder screenshot"/>
          <p:cNvSpPr/>
          <p:nvPr/>
        </p:nvSpPr>
        <p:spPr>
          <a:xfrm>
            <a:off x="5577840" y="1097280"/>
            <a:ext cx="3108960" cy="1691640"/>
          </a:xfrm>
          <a:prstGeom prst="roundRect">
            <a:avLst>
              <a:gd name="adj" fmla="val 6486"/>
            </a:avLst>
          </a:prstGeom>
          <a:solidFill>
            <a:srgbClr val="EFEFEF"/>
          </a:solidFill>
          <a:ln w="19050">
            <a:solidFill>
              <a:srgbClr val="9A9A9A"/>
            </a:solidFill>
            <a:prstDash val="dash"/>
          </a:ln>
        </p:spPr>
      </p:sp>
      <p:pic>
        <p:nvPicPr>
          <p:cNvPr id="8" name="Image 1" descr="preencoded.png">    </p:cNvPr>
          <p:cNvPicPr>
            <a:picLocks noChangeAspect="1"/>
          </p:cNvPicPr>
          <p:nvPr/>
        </p:nvPicPr>
        <p:blipFill>
          <a:blip r:embed="rId2"/>
          <a:stretch>
            <a:fillRect/>
          </a:stretch>
        </p:blipFill>
        <p:spPr>
          <a:xfrm>
            <a:off x="6920865" y="1232611"/>
            <a:ext cx="422910" cy="380619"/>
          </a:xfrm>
          <a:prstGeom prst="rect">
            <a:avLst/>
          </a:prstGeom>
        </p:spPr>
      </p:pic>
      <p:sp>
        <p:nvSpPr>
          <p:cNvPr id="9" name="Text 4"/>
          <p:cNvSpPr txBox="1"/>
          <p:nvPr/>
        </p:nvSpPr>
        <p:spPr>
          <a:xfrm>
            <a:off x="5715000" y="1701241"/>
            <a:ext cx="2834640" cy="996239"/>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Halaman Harga — 4 kartu paket</a:t>
            </a:r>
            <a:endParaRPr lang="en-US" sz="1100" dirty="0"/>
          </a:p>
        </p:txBody>
      </p:sp>
      <p:sp>
        <p:nvSpPr>
          <p:cNvPr id="10" name="Placeholder screenshot"/>
          <p:cNvSpPr/>
          <p:nvPr/>
        </p:nvSpPr>
        <p:spPr>
          <a:xfrm>
            <a:off x="5577840" y="2971800"/>
            <a:ext cx="3108960" cy="1691640"/>
          </a:xfrm>
          <a:prstGeom prst="roundRect">
            <a:avLst>
              <a:gd name="adj" fmla="val 6486"/>
            </a:avLst>
          </a:prstGeom>
          <a:solidFill>
            <a:srgbClr val="EFEFEF"/>
          </a:solidFill>
          <a:ln w="19050">
            <a:solidFill>
              <a:srgbClr val="9A9A9A"/>
            </a:solidFill>
            <a:prstDash val="dash"/>
          </a:ln>
        </p:spPr>
      </p:sp>
      <p:pic>
        <p:nvPicPr>
          <p:cNvPr id="11" name="Image 2" descr="preencoded.png">    </p:cNvPr>
          <p:cNvPicPr>
            <a:picLocks noChangeAspect="1"/>
          </p:cNvPicPr>
          <p:nvPr/>
        </p:nvPicPr>
        <p:blipFill>
          <a:blip r:embed="rId3"/>
          <a:stretch>
            <a:fillRect/>
          </a:stretch>
        </p:blipFill>
        <p:spPr>
          <a:xfrm>
            <a:off x="6920865" y="3107131"/>
            <a:ext cx="422910" cy="380619"/>
          </a:xfrm>
          <a:prstGeom prst="rect">
            <a:avLst/>
          </a:prstGeom>
        </p:spPr>
      </p:pic>
      <p:sp>
        <p:nvSpPr>
          <p:cNvPr id="12" name="Text 6"/>
          <p:cNvSpPr txBox="1"/>
          <p:nvPr/>
        </p:nvSpPr>
        <p:spPr>
          <a:xfrm>
            <a:off x="5715000" y="3575761"/>
            <a:ext cx="2834640" cy="996239"/>
          </a:xfrm>
          <a:prstGeom prst="rect">
            <a:avLst/>
          </a:prstGeom>
          <a:noFill/>
          <a:ln/>
        </p:spPr>
        <p:txBody>
          <a:bodyPr wrap="square" lIns="0" tIns="0" rIns="0" bIns="0" rtlCol="0" anchor="t"/>
          <a:lstStyle/>
          <a:p>
            <a:pPr algn="ctr" indent="0" marL="0">
              <a:buNone/>
            </a:pPr>
            <a:r>
              <a:rPr lang="en-US" sz="1100" b="1" dirty="0">
                <a:solidFill>
                  <a:srgbClr val="0F7F6A"/>
                </a:solidFill>
                <a:latin typeface="Calibri" pitchFamily="34" charset="0"/>
                <a:ea typeface="Calibri" pitchFamily="34" charset="-122"/>
                <a:cs typeface="Calibri" pitchFamily="34" charset="-120"/>
              </a:rPr>
              <a:t>SCREENSHOT: </a:t>
            </a:r>
            <a:pPr algn="ctr" indent="0" marL="0">
              <a:buNone/>
            </a:pPr>
            <a:r>
              <a:rPr lang="en-US" sz="1100" dirty="0">
                <a:solidFill>
                  <a:srgbClr val="333333"/>
                </a:solidFill>
                <a:latin typeface="Calibri" pitchFamily="34" charset="0"/>
                <a:ea typeface="Calibri" pitchFamily="34" charset="-122"/>
                <a:cs typeface="Calibri" pitchFamily="34" charset="-120"/>
              </a:rPr>
              <a:t>Tampilan mobile (lebar 375px)</a:t>
            </a:r>
            <a:endParaRPr lang="en-US" sz="1100" dirty="0"/>
          </a:p>
        </p:txBody>
      </p:sp>
      <p:sp>
        <p:nvSpPr>
          <p:cNvPr id="1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home/boraya/01.Personal/02.Boraya/05.Code/JendEdu/img/slides/2.jpg">    </p:cNvPr>
          <p:cNvPicPr>
            <a:picLocks noChangeAspect="1"/>
          </p:cNvPicPr>
          <p:nvPr/>
        </p:nvPicPr>
        <p:blipFill>
          <a:blip r:embed="rId1"/>
          <a:srcRect l="0" r="0" t="0" b="0"/>
          <a:stretch/>
        </p:blipFill>
        <p:spPr>
          <a:xfrm>
            <a:off x="0" y="3383280"/>
            <a:ext cx="9144000" cy="1760220"/>
          </a:xfrm>
          <a:prstGeom prst="rect">
            <a:avLst/>
          </a:prstGeom>
        </p:spPr>
      </p:pic>
      <p:sp>
        <p:nvSpPr>
          <p:cNvPr id="4" name="Shape 0"/>
          <p:cNvSpPr/>
          <p:nvPr/>
        </p:nvSpPr>
        <p:spPr>
          <a:xfrm>
            <a:off x="0" y="3383280"/>
            <a:ext cx="9144000" cy="1760220"/>
          </a:xfrm>
          <a:prstGeom prst="rect">
            <a:avLst/>
          </a:prstGeom>
          <a:solidFill>
            <a:srgbClr val="0F7F6A">
              <a:alpha val="65000"/>
            </a:srgbClr>
          </a:solidFill>
          <a:ln w="12700">
            <a:solidFill>
              <a:srgbClr val="0F7F6A"/>
            </a:solidFill>
            <a:prstDash val="solid"/>
          </a:ln>
        </p:spPr>
      </p:sp>
      <p:sp>
        <p:nvSpPr>
          <p:cNvPr id="5" name="Shape 1"/>
          <p:cNvSpPr/>
          <p:nvPr/>
        </p:nvSpPr>
        <p:spPr>
          <a:xfrm>
            <a:off x="3749040" y="411480"/>
            <a:ext cx="1645920" cy="640080"/>
          </a:xfrm>
          <a:prstGeom prst="roundRect">
            <a:avLst>
              <a:gd name="adj" fmla="val 21429"/>
            </a:avLst>
          </a:prstGeom>
          <a:solidFill>
            <a:srgbClr val="FFFFFF"/>
          </a:solidFill>
          <a:ln w="12700">
            <a:solidFill>
              <a:srgbClr val="FFFFFF"/>
            </a:solidFill>
            <a:prstDash val="solid"/>
          </a:ln>
        </p:spPr>
      </p:sp>
      <p:pic>
        <p:nvPicPr>
          <p:cNvPr id="6" name="Image 1" descr="/home/boraya/01.Personal/02.Boraya/05.Code/JendEdu/img/logo.png">    </p:cNvPr>
          <p:cNvPicPr>
            <a:picLocks noChangeAspect="1"/>
          </p:cNvPicPr>
          <p:nvPr/>
        </p:nvPicPr>
        <p:blipFill>
          <a:blip r:embed="rId2"/>
          <a:stretch>
            <a:fillRect/>
          </a:stretch>
        </p:blipFill>
        <p:spPr>
          <a:xfrm>
            <a:off x="3886200" y="521208"/>
            <a:ext cx="1371600" cy="384048"/>
          </a:xfrm>
          <a:prstGeom prst="rect">
            <a:avLst/>
          </a:prstGeom>
        </p:spPr>
      </p:pic>
      <p:sp>
        <p:nvSpPr>
          <p:cNvPr id="7" name="Text 2"/>
          <p:cNvSpPr txBox="1"/>
          <p:nvPr/>
        </p:nvSpPr>
        <p:spPr>
          <a:xfrm>
            <a:off x="457200" y="1188720"/>
            <a:ext cx="8229600" cy="914400"/>
          </a:xfrm>
          <a:prstGeom prst="rect">
            <a:avLst/>
          </a:prstGeom>
          <a:noFill/>
          <a:ln/>
        </p:spPr>
        <p:txBody>
          <a:bodyPr wrap="square" lIns="0" tIns="0" rIns="0" bIns="0"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Terima Kasih</a:t>
            </a:r>
            <a:endParaRPr lang="en-US" sz="6000" dirty="0"/>
          </a:p>
        </p:txBody>
      </p:sp>
      <p:sp>
        <p:nvSpPr>
          <p:cNvPr id="8" name="Shape 3"/>
          <p:cNvSpPr/>
          <p:nvPr/>
        </p:nvSpPr>
        <p:spPr>
          <a:xfrm>
            <a:off x="3200400" y="2286000"/>
            <a:ext cx="2743200" cy="640080"/>
          </a:xfrm>
          <a:prstGeom prst="roundRect">
            <a:avLst>
              <a:gd name="adj" fmla="val 50000"/>
            </a:avLst>
          </a:prstGeom>
          <a:solidFill>
            <a:srgbClr val="61B331"/>
          </a:solidFill>
          <a:ln w="12700">
            <a:solidFill>
              <a:srgbClr val="61B331"/>
            </a:solidFill>
            <a:prstDash val="solid"/>
          </a:ln>
        </p:spPr>
      </p:sp>
      <p:sp>
        <p:nvSpPr>
          <p:cNvPr id="9" name="Text 4"/>
          <p:cNvSpPr txBox="1"/>
          <p:nvPr/>
        </p:nvSpPr>
        <p:spPr>
          <a:xfrm>
            <a:off x="3200400" y="2286000"/>
            <a:ext cx="274320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Tanya Jawab (Q&amp;A)</a:t>
            </a:r>
            <a:endParaRPr lang="en-US" sz="1800" dirty="0"/>
          </a:p>
        </p:txBody>
      </p:sp>
      <p:sp>
        <p:nvSpPr>
          <p:cNvPr id="10" name="Shape 5"/>
          <p:cNvSpPr/>
          <p:nvPr/>
        </p:nvSpPr>
        <p:spPr>
          <a:xfrm>
            <a:off x="2377440" y="3703320"/>
            <a:ext cx="4389120" cy="640080"/>
          </a:xfrm>
          <a:prstGeom prst="roundRect">
            <a:avLst>
              <a:gd name="adj" fmla="val 50000"/>
            </a:avLst>
          </a:prstGeom>
          <a:solidFill>
            <a:srgbClr val="FFFFFF"/>
          </a:solidFill>
          <a:ln w="12700">
            <a:solidFill>
              <a:srgbClr val="FFFFFF"/>
            </a:solidFill>
            <a:prstDash val="solid"/>
          </a:ln>
        </p:spPr>
      </p:sp>
      <p:pic>
        <p:nvPicPr>
          <p:cNvPr id="11" name="Image 2" descr="preencoded.png">    </p:cNvPr>
          <p:cNvPicPr>
            <a:picLocks noChangeAspect="1"/>
          </p:cNvPicPr>
          <p:nvPr/>
        </p:nvPicPr>
        <p:blipFill>
          <a:blip r:embed="rId3"/>
          <a:stretch>
            <a:fillRect/>
          </a:stretch>
        </p:blipFill>
        <p:spPr>
          <a:xfrm>
            <a:off x="2606040" y="3840480"/>
            <a:ext cx="365760" cy="365760"/>
          </a:xfrm>
          <a:prstGeom prst="rect">
            <a:avLst/>
          </a:prstGeom>
        </p:spPr>
      </p:pic>
      <p:sp>
        <p:nvSpPr>
          <p:cNvPr id="12" name="Text 6"/>
          <p:cNvSpPr txBox="1"/>
          <p:nvPr/>
        </p:nvSpPr>
        <p:spPr>
          <a:xfrm>
            <a:off x="3108960" y="3703320"/>
            <a:ext cx="3566160" cy="640080"/>
          </a:xfrm>
          <a:prstGeom prst="rect">
            <a:avLst/>
          </a:prstGeom>
          <a:noFill/>
          <a:ln/>
        </p:spPr>
        <p:txBody>
          <a:bodyPr wrap="square" lIns="0" tIns="0" rIns="0" bIns="0" rtlCol="0" anchor="ctr"/>
          <a:lstStyle/>
          <a:p>
            <a:pPr indent="0" marL="0">
              <a:buNone/>
            </a:pPr>
            <a:r>
              <a:rPr lang="en-US" sz="1600" b="1" dirty="0">
                <a:solidFill>
                  <a:srgbClr val="333333"/>
                </a:solidFill>
                <a:latin typeface="Calibri" pitchFamily="34" charset="0"/>
                <a:ea typeface="Calibri" pitchFamily="34" charset="-122"/>
                <a:cs typeface="Calibri" pitchFamily="34" charset="-120"/>
              </a:rPr>
              <a:t>github.com/username-1/JendEdu</a:t>
            </a:r>
            <a:endParaRPr lang="en-US" sz="1600" dirty="0"/>
          </a:p>
        </p:txBody>
      </p:sp>
      <p:sp>
        <p:nvSpPr>
          <p:cNvPr id="1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endParaRPr lang="en-US" sz="3000" dirty="0"/>
          </a:p>
        </p:txBody>
      </p:sp>
    </p:spTree>
  </p:cSld>
  <p:clrMapOvr>
    <a:masterClrMapping/>
  </p:clrMapOvr>
</p:sld>
</file>

<file path=ppt/theme/theme1.xml><?xml version="1.0" encoding="utf-8"?>
<a:theme xmlns:a="http://schemas.openxmlformats.org/drawingml/2006/main" name="JendEdu">
  <a:themeElements>
    <a:clrScheme name="JendEdu">
      <a:dk1>
        <a:srgbClr val="333333"/>
      </a:dk1>
      <a:lt1>
        <a:srgbClr val="FFFFFF"/>
      </a:lt1>
      <a:dk2>
        <a:srgbClr val="11967C"/>
      </a:dk2>
      <a:lt2>
        <a:srgbClr val="EFEFEF"/>
      </a:lt2>
      <a:accent1>
        <a:srgbClr val="14A085"/>
      </a:accent1>
      <a:accent2>
        <a:srgbClr val="61B331"/>
      </a:accent2>
      <a:accent3>
        <a:srgbClr val="E9573F"/>
      </a:accent3>
      <a:accent4>
        <a:srgbClr val="D867B2"/>
      </a:accent4>
      <a:accent5>
        <a:srgbClr val="2FA4E7"/>
      </a:accent5>
      <a:accent6>
        <a:srgbClr val="11967C"/>
      </a:accent6>
      <a:hlink>
        <a:srgbClr val="2FA4E7"/>
      </a:hlink>
      <a:folHlink>
        <a:srgbClr val="D867B2"/>
      </a:folHlink>
    </a:clrScheme>
    <a:fontScheme name="JendEd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JendEdu - Presentasi</dc:title>
  <dc:subject>PptxGenJS Presentation</dc:subject>
  <dc:creator>Tim JendEdu</dc:creator>
  <cp:lastModifiedBy>Tim JendEdu</cp:lastModifiedBy>
  <cp:revision>1</cp:revision>
  <dcterms:created xsi:type="dcterms:W3CDTF">2026-10-20T20:21:00Z</dcterms:created>
  <dcterms:modified xsi:type="dcterms:W3CDTF">2026-10-20T20:21:00Z</dcterms:modified>
</cp:coreProperties>
</file>