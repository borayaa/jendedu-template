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7F6A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JendEdu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7F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boraya/01.Personal/02.Boraya/05.Code/JendEdu/img/slides/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0F7F6A">
              <a:alpha val="45000"/>
            </a:srgbClr>
          </a:solidFill>
          <a:ln w="12700">
            <a:solidFill>
              <a:srgbClr val="0F7F6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57200" y="457200"/>
            <a:ext cx="1737360" cy="658368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/home/boraya/01.Personal/02.Boraya/05.Code/JendEdu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371600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14173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JendEdu</a:t>
            </a:r>
            <a:endParaRPr lang="en-US" sz="66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2560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Kursus Online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 • SMP • SMA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457200" y="3520440"/>
            <a:ext cx="731520" cy="310896"/>
          </a:xfrm>
          <a:prstGeom prst="roundRect">
            <a:avLst>
              <a:gd name="adj" fmla="val 41176"/>
            </a:avLst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35204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280160" y="3520440"/>
            <a:ext cx="731520" cy="310896"/>
          </a:xfrm>
          <a:prstGeom prst="roundRect">
            <a:avLst>
              <a:gd name="adj" fmla="val 41176"/>
            </a:avLst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80160" y="35204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103120" y="3520440"/>
            <a:ext cx="731520" cy="310896"/>
          </a:xfrm>
          <a:prstGeom prst="roundRect">
            <a:avLst>
              <a:gd name="adj" fmla="val 41176"/>
            </a:avLst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103120" y="35204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297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[Nomor]  •  Kelas [Nama Kelas]  •  [Mata Kuliah]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Tim &amp; Peran</a:t>
            </a:r>
            <a:endParaRPr lang="en-US" sz="3000" dirty="0"/>
          </a:p>
        </p:txBody>
      </p:sp>
      <p:sp>
        <p:nvSpPr>
          <p:cNvPr id="3" name="Kartu Coder 1"/>
          <p:cNvSpPr/>
          <p:nvPr/>
        </p:nvSpPr>
        <p:spPr>
          <a:xfrm>
            <a:off x="457200" y="1097280"/>
            <a:ext cx="1920240" cy="3611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05840" y="1280160"/>
            <a:ext cx="822960" cy="82296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81328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Anggota 1]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4688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@username-1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2788920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46304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46304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 Kami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36576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6576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Kursus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463040" y="36576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63040" y="36576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</a:t>
            </a:r>
            <a:endParaRPr lang="en-US" sz="1000" dirty="0"/>
          </a:p>
        </p:txBody>
      </p:sp>
      <p:sp>
        <p:nvSpPr>
          <p:cNvPr id="20" name="Kartu Coder 2"/>
          <p:cNvSpPr/>
          <p:nvPr/>
        </p:nvSpPr>
        <p:spPr>
          <a:xfrm>
            <a:off x="2560320" y="1097280"/>
            <a:ext cx="1920240" cy="3611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108960" y="1280160"/>
            <a:ext cx="822960" cy="822960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481328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5603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Anggota 2]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2560320" y="24688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@username-2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834640" y="2788920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83464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2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265176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56616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2651760" y="36576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651760" y="36576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3566160" y="36576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566160" y="36576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2651760" y="41148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651760" y="41148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</a:t>
            </a:r>
            <a:endParaRPr lang="en-US" sz="1000" dirty="0"/>
          </a:p>
        </p:txBody>
      </p:sp>
      <p:sp>
        <p:nvSpPr>
          <p:cNvPr id="37" name="Kartu Reviewer"/>
          <p:cNvSpPr/>
          <p:nvPr/>
        </p:nvSpPr>
        <p:spPr>
          <a:xfrm>
            <a:off x="4663440" y="1097280"/>
            <a:ext cx="1920240" cy="3611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5212080" y="1280160"/>
            <a:ext cx="822960" cy="822960"/>
          </a:xfrm>
          <a:prstGeom prst="ellipse">
            <a:avLst/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481328"/>
            <a:ext cx="365760" cy="3657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466344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Anggota 3]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4663440" y="24688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@username-3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937760" y="2788920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493776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475488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75488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PR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6928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566928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komentar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4754880" y="36576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4754880" y="36576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PR</a:t>
            </a:r>
            <a:endParaRPr lang="en-US" sz="1000" dirty="0"/>
          </a:p>
        </p:txBody>
      </p:sp>
      <p:sp>
        <p:nvSpPr>
          <p:cNvPr id="50" name="Kartu Dokumentator"/>
          <p:cNvSpPr/>
          <p:nvPr/>
        </p:nvSpPr>
        <p:spPr>
          <a:xfrm>
            <a:off x="6766560" y="1097280"/>
            <a:ext cx="1920240" cy="3611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6"/>
          <p:cNvSpPr/>
          <p:nvPr/>
        </p:nvSpPr>
        <p:spPr>
          <a:xfrm>
            <a:off x="7315200" y="1280160"/>
            <a:ext cx="822960" cy="822960"/>
          </a:xfrm>
          <a:prstGeom prst="ellipse">
            <a:avLst/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481328"/>
            <a:ext cx="365760" cy="365760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76656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Anggota 4]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766560" y="24688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@username-4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040880" y="2788920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04088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Dokumentator</a:t>
            </a:r>
            <a:endParaRPr lang="en-US" sz="1200" dirty="0"/>
          </a:p>
        </p:txBody>
      </p:sp>
      <p:sp>
        <p:nvSpPr>
          <p:cNvPr id="57" name="Shape 51"/>
          <p:cNvSpPr/>
          <p:nvPr/>
        </p:nvSpPr>
        <p:spPr>
          <a:xfrm>
            <a:off x="685800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85800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7772400" y="3200400"/>
            <a:ext cx="841248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7772400" y="320040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</a:t>
            </a:r>
            <a:endParaRPr lang="en-US" sz="1000" dirty="0"/>
          </a:p>
        </p:txBody>
      </p:sp>
      <p:sp>
        <p:nvSpPr>
          <p:cNvPr id="61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Masalah"/>
          <p:cNvSpPr/>
          <p:nvPr/>
        </p:nvSpPr>
        <p:spPr>
          <a:xfrm>
            <a:off x="457200" y="109728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DEBE8"/>
          </a:solidFill>
          <a:ln w="12700">
            <a:solidFill>
              <a:srgbClr val="FDEB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25880"/>
            <a:ext cx="731520" cy="731520"/>
          </a:xfrm>
          <a:prstGeom prst="ellipse">
            <a:avLst/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508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Belajar sulit diakses &amp; mahal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114800" y="1709928"/>
            <a:ext cx="914400" cy="0"/>
          </a:xfrm>
          <a:prstGeom prst="line">
            <a:avLst/>
          </a:prstGeom>
          <a:noFill/>
          <a:ln w="31750">
            <a:solidFill>
              <a:srgbClr val="14A085"/>
            </a:solidFill>
            <a:prstDash val="solid"/>
            <a:tailEnd type="triangle"/>
          </a:ln>
        </p:spPr>
      </p:sp>
      <p:sp>
        <p:nvSpPr>
          <p:cNvPr id="9" name="Solusi"/>
          <p:cNvSpPr/>
          <p:nvPr/>
        </p:nvSpPr>
        <p:spPr>
          <a:xfrm>
            <a:off x="5120640" y="109728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E3F5F1"/>
          </a:solidFill>
          <a:ln w="12700">
            <a:solidFill>
              <a:srgbClr val="E3F5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0" y="1325880"/>
            <a:ext cx="731520" cy="73152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087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17220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172200" y="1508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Kursus online SD, SMP, SMA</a:t>
            </a:r>
            <a:endParaRPr lang="en-US" sz="1600" dirty="0"/>
          </a:p>
        </p:txBody>
      </p:sp>
      <p:sp>
        <p:nvSpPr>
          <p:cNvPr id="14" name="Jenjang SD"/>
          <p:cNvSpPr/>
          <p:nvPr/>
        </p:nvSpPr>
        <p:spPr>
          <a:xfrm>
            <a:off x="457200" y="260604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2743200"/>
            <a:ext cx="594360" cy="594360"/>
          </a:xfrm>
          <a:prstGeom prst="ellipse">
            <a:avLst/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670" y="289179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697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1B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</a:t>
            </a:r>
            <a:endParaRPr lang="en-US" sz="3000" dirty="0"/>
          </a:p>
        </p:txBody>
      </p:sp>
      <p:sp>
        <p:nvSpPr>
          <p:cNvPr id="18" name="Jenjang SMP"/>
          <p:cNvSpPr/>
          <p:nvPr/>
        </p:nvSpPr>
        <p:spPr>
          <a:xfrm>
            <a:off x="3291840" y="260604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3474720" y="2743200"/>
            <a:ext cx="594360" cy="594360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3310" y="289179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251960" y="2697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A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</a:t>
            </a:r>
            <a:endParaRPr lang="en-US" sz="3000" dirty="0"/>
          </a:p>
        </p:txBody>
      </p:sp>
      <p:sp>
        <p:nvSpPr>
          <p:cNvPr id="22" name="Jenjang SMA"/>
          <p:cNvSpPr/>
          <p:nvPr/>
        </p:nvSpPr>
        <p:spPr>
          <a:xfrm>
            <a:off x="6126480" y="260604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309360" y="2743200"/>
            <a:ext cx="594360" cy="594360"/>
          </a:xfrm>
          <a:prstGeom prst="ellipse">
            <a:avLst/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950" y="2891790"/>
            <a:ext cx="297180" cy="2971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86600" y="2697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</a:t>
            </a:r>
            <a:endParaRPr lang="en-US" sz="3000" dirty="0"/>
          </a:p>
        </p:txBody>
      </p:sp>
      <p:sp>
        <p:nvSpPr>
          <p:cNvPr id="26" name="Angka Halaman utama"/>
          <p:cNvSpPr/>
          <p:nvPr/>
        </p:nvSpPr>
        <p:spPr>
          <a:xfrm>
            <a:off x="457200" y="370332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59436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400" dirty="0"/>
          </a:p>
        </p:txBody>
      </p:sp>
      <p:sp>
        <p:nvSpPr>
          <p:cNvPr id="28" name="Text 21"/>
          <p:cNvSpPr txBox="1"/>
          <p:nvPr/>
        </p:nvSpPr>
        <p:spPr>
          <a:xfrm>
            <a:off x="1554480" y="37490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utama</a:t>
            </a:r>
            <a:endParaRPr lang="en-US" sz="1400" dirty="0"/>
          </a:p>
        </p:txBody>
      </p:sp>
      <p:sp>
        <p:nvSpPr>
          <p:cNvPr id="29" name="Angka Berita &amp; artikel"/>
          <p:cNvSpPr/>
          <p:nvPr/>
        </p:nvSpPr>
        <p:spPr>
          <a:xfrm>
            <a:off x="3291840" y="370332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342900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A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400" dirty="0"/>
          </a:p>
        </p:txBody>
      </p:sp>
      <p:sp>
        <p:nvSpPr>
          <p:cNvPr id="31" name="Text 24"/>
          <p:cNvSpPr txBox="1"/>
          <p:nvPr/>
        </p:nvSpPr>
        <p:spPr>
          <a:xfrm>
            <a:off x="4389120" y="37490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&amp; artikel</a:t>
            </a:r>
            <a:endParaRPr lang="en-US" sz="1400" dirty="0"/>
          </a:p>
        </p:txBody>
      </p:sp>
      <p:sp>
        <p:nvSpPr>
          <p:cNvPr id="32" name="Angka Paket harga"/>
          <p:cNvSpPr/>
          <p:nvPr/>
        </p:nvSpPr>
        <p:spPr>
          <a:xfrm>
            <a:off x="6126480" y="370332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6364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86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34" name="Text 27"/>
          <p:cNvSpPr txBox="1"/>
          <p:nvPr/>
        </p:nvSpPr>
        <p:spPr>
          <a:xfrm>
            <a:off x="7223760" y="37490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 harga</a:t>
            </a:r>
            <a:endParaRPr lang="en-US" sz="1400" dirty="0"/>
          </a:p>
        </p:txBody>
      </p:sp>
      <p:sp>
        <p:nvSpPr>
          <p:cNvPr id="35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&amp; Halaman</a:t>
            </a:r>
            <a:endParaRPr lang="en-US" sz="3000" dirty="0"/>
          </a:p>
        </p:txBody>
      </p:sp>
      <p:sp>
        <p:nvSpPr>
          <p:cNvPr id="3" name="Halaman Beranda"/>
          <p:cNvSpPr/>
          <p:nvPr/>
        </p:nvSpPr>
        <p:spPr>
          <a:xfrm>
            <a:off x="457200" y="10972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43584"/>
            <a:ext cx="512064" cy="512064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371600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188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4996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&amp; kursus unggulan</a:t>
            </a:r>
            <a:endParaRPr lang="en-US" sz="1000" dirty="0"/>
          </a:p>
        </p:txBody>
      </p:sp>
      <p:sp>
        <p:nvSpPr>
          <p:cNvPr id="8" name="Halaman Tentang Kami"/>
          <p:cNvSpPr/>
          <p:nvPr/>
        </p:nvSpPr>
        <p:spPr>
          <a:xfrm>
            <a:off x="2971800" y="10972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108960" y="1243584"/>
            <a:ext cx="512064" cy="512064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976" y="13716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49040" y="1188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 Kami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14996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&amp; tim</a:t>
            </a:r>
            <a:endParaRPr lang="en-US" sz="1000" dirty="0"/>
          </a:p>
        </p:txBody>
      </p:sp>
      <p:sp>
        <p:nvSpPr>
          <p:cNvPr id="13" name="Halaman Kursus"/>
          <p:cNvSpPr/>
          <p:nvPr/>
        </p:nvSpPr>
        <p:spPr>
          <a:xfrm>
            <a:off x="457200" y="20116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360" y="2157984"/>
            <a:ext cx="512064" cy="512064"/>
          </a:xfrm>
          <a:prstGeom prst="ellipse">
            <a:avLst/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286000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444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Kursus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234440" y="24140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mata pelajaran</a:t>
            </a:r>
            <a:endParaRPr lang="en-US" sz="1000" dirty="0"/>
          </a:p>
        </p:txBody>
      </p:sp>
      <p:sp>
        <p:nvSpPr>
          <p:cNvPr id="18" name="Halaman Galeri"/>
          <p:cNvSpPr/>
          <p:nvPr/>
        </p:nvSpPr>
        <p:spPr>
          <a:xfrm>
            <a:off x="2971800" y="20116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3108960" y="2157984"/>
            <a:ext cx="512064" cy="512064"/>
          </a:xfrm>
          <a:prstGeom prst="ellipse">
            <a:avLst/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976" y="2286000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4904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3749040" y="24140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SD / SMP / SMA</a:t>
            </a:r>
            <a:endParaRPr lang="en-US" sz="1000" dirty="0"/>
          </a:p>
        </p:txBody>
      </p:sp>
      <p:sp>
        <p:nvSpPr>
          <p:cNvPr id="23" name="Halaman Harga"/>
          <p:cNvSpPr/>
          <p:nvPr/>
        </p:nvSpPr>
        <p:spPr>
          <a:xfrm>
            <a:off x="457200" y="29260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594360" y="3072384"/>
            <a:ext cx="512064" cy="512064"/>
          </a:xfrm>
          <a:prstGeom prst="ellipse">
            <a:avLst/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3200400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1234440" y="33284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paket bulanan</a:t>
            </a:r>
            <a:endParaRPr lang="en-US" sz="1000" dirty="0"/>
          </a:p>
        </p:txBody>
      </p:sp>
      <p:sp>
        <p:nvSpPr>
          <p:cNvPr id="28" name="Halaman Kontak"/>
          <p:cNvSpPr/>
          <p:nvPr/>
        </p:nvSpPr>
        <p:spPr>
          <a:xfrm>
            <a:off x="2971800" y="29260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108960" y="3072384"/>
            <a:ext cx="512064" cy="512064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3200400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4904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3749040" y="33284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&amp; formulir</a:t>
            </a:r>
            <a:endParaRPr lang="en-US" sz="1000" dirty="0"/>
          </a:p>
        </p:txBody>
      </p:sp>
      <p:sp>
        <p:nvSpPr>
          <p:cNvPr id="33" name="Halaman Berita"/>
          <p:cNvSpPr/>
          <p:nvPr/>
        </p:nvSpPr>
        <p:spPr>
          <a:xfrm>
            <a:off x="457200" y="38404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594360" y="3986784"/>
            <a:ext cx="512064" cy="512064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" y="4114800"/>
            <a:ext cx="256032" cy="25603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234440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1234440" y="42428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berita terbaru</a:t>
            </a:r>
            <a:endParaRPr lang="en-US" sz="1000" dirty="0"/>
          </a:p>
        </p:txBody>
      </p:sp>
      <p:sp>
        <p:nvSpPr>
          <p:cNvPr id="38" name="Halaman Artikel"/>
          <p:cNvSpPr/>
          <p:nvPr/>
        </p:nvSpPr>
        <p:spPr>
          <a:xfrm>
            <a:off x="2971800" y="3840480"/>
            <a:ext cx="23774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3108960" y="3986784"/>
            <a:ext cx="512064" cy="512064"/>
          </a:xfrm>
          <a:prstGeom prst="ellipse">
            <a:avLst/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6976" y="4114800"/>
            <a:ext cx="256032" cy="256032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3749040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3749040" y="42428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artikel belajar</a:t>
            </a:r>
            <a:endParaRPr lang="en-US" sz="1000" dirty="0"/>
          </a:p>
        </p:txBody>
      </p:sp>
      <p:sp>
        <p:nvSpPr>
          <p:cNvPr id="43" name="Placeholder screenshot"/>
          <p:cNvSpPr/>
          <p:nvPr/>
        </p:nvSpPr>
        <p:spPr>
          <a:xfrm>
            <a:off x="5577840" y="1097280"/>
            <a:ext cx="3108960" cy="3547872"/>
          </a:xfrm>
          <a:prstGeom prst="roundRect">
            <a:avLst>
              <a:gd name="adj" fmla="val 3529"/>
            </a:avLst>
          </a:prstGeom>
          <a:solidFill>
            <a:srgbClr val="EFEFEF"/>
          </a:solidFill>
          <a:ln w="19050">
            <a:solidFill>
              <a:srgbClr val="9A9A9A"/>
            </a:solidFill>
            <a:prstDash val="dash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03720" y="2197120"/>
            <a:ext cx="457200" cy="41148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715000" y="2700040"/>
            <a:ext cx="2834640" cy="1853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Beranda (index.html) — tampilkan slider + bagian "Kursus Unggulan Kami", lebar layar penuh</a:t>
            </a:r>
            <a:endParaRPr lang="en-US" sz="1100" dirty="0"/>
          </a:p>
        </p:txBody>
      </p:sp>
      <p:sp>
        <p:nvSpPr>
          <p:cNvPr id="46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3000" dirty="0"/>
          </a:p>
        </p:txBody>
      </p:sp>
      <p:sp>
        <p:nvSpPr>
          <p:cNvPr id="3" name="Teknologi HTML5"/>
          <p:cNvSpPr/>
          <p:nvPr/>
        </p:nvSpPr>
        <p:spPr>
          <a:xfrm>
            <a:off x="457200" y="11887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371600"/>
            <a:ext cx="731520" cy="731520"/>
          </a:xfrm>
          <a:prstGeom prst="ellipse">
            <a:avLst/>
          </a:prstGeom>
          <a:solidFill>
            <a:srgbClr val="E44D26"/>
          </a:solidFill>
          <a:ln w="12700">
            <a:solidFill>
              <a:srgbClr val="E44D2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halaman</a:t>
            </a:r>
            <a:endParaRPr lang="en-US" sz="1100" dirty="0"/>
          </a:p>
        </p:txBody>
      </p:sp>
      <p:sp>
        <p:nvSpPr>
          <p:cNvPr id="8" name="Teknologi CSS3"/>
          <p:cNvSpPr/>
          <p:nvPr/>
        </p:nvSpPr>
        <p:spPr>
          <a:xfrm>
            <a:off x="2560320" y="11887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154680" y="1371600"/>
            <a:ext cx="731520" cy="731520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544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&amp; gaya</a:t>
            </a:r>
            <a:endParaRPr lang="en-US" sz="1100" dirty="0"/>
          </a:p>
        </p:txBody>
      </p:sp>
      <p:sp>
        <p:nvSpPr>
          <p:cNvPr id="13" name="Teknologi Bootstrap 3"/>
          <p:cNvSpPr/>
          <p:nvPr/>
        </p:nvSpPr>
        <p:spPr>
          <a:xfrm>
            <a:off x="4663440" y="11887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257800" y="1371600"/>
            <a:ext cx="731520" cy="731520"/>
          </a:xfrm>
          <a:prstGeom prst="ellipse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5544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634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3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6344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responsif</a:t>
            </a:r>
            <a:endParaRPr lang="en-US" sz="1100" dirty="0"/>
          </a:p>
        </p:txBody>
      </p:sp>
      <p:sp>
        <p:nvSpPr>
          <p:cNvPr id="18" name="Teknologi jQuery"/>
          <p:cNvSpPr/>
          <p:nvPr/>
        </p:nvSpPr>
        <p:spPr>
          <a:xfrm>
            <a:off x="6766560" y="11887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60920" y="1371600"/>
            <a:ext cx="731520" cy="731520"/>
          </a:xfrm>
          <a:prstGeom prst="ellipse">
            <a:avLst/>
          </a:prstGeom>
          <a:solidFill>
            <a:srgbClr val="0868AC"/>
          </a:solidFill>
          <a:ln w="12700">
            <a:solidFill>
              <a:srgbClr val="0868A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76656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76656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Interaksi</a:t>
            </a:r>
            <a:endParaRPr lang="en-US" sz="1100" dirty="0"/>
          </a:p>
        </p:txBody>
      </p:sp>
      <p:sp>
        <p:nvSpPr>
          <p:cNvPr id="23" name="Teknologi FlexSlider"/>
          <p:cNvSpPr/>
          <p:nvPr/>
        </p:nvSpPr>
        <p:spPr>
          <a:xfrm>
            <a:off x="457200" y="30175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1051560" y="3200400"/>
            <a:ext cx="731520" cy="731520"/>
          </a:xfrm>
          <a:prstGeom prst="ellipse">
            <a:avLst/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440" y="338328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" y="3977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FlexSlider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" y="4297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gambar</a:t>
            </a:r>
            <a:endParaRPr lang="en-US" sz="1100" dirty="0"/>
          </a:p>
        </p:txBody>
      </p:sp>
      <p:sp>
        <p:nvSpPr>
          <p:cNvPr id="28" name="Teknologi Fancybox"/>
          <p:cNvSpPr/>
          <p:nvPr/>
        </p:nvSpPr>
        <p:spPr>
          <a:xfrm>
            <a:off x="2560320" y="30175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154680" y="3200400"/>
            <a:ext cx="731520" cy="731520"/>
          </a:xfrm>
          <a:prstGeom prst="ellipse">
            <a:avLst/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560" y="338328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560320" y="3977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Fancybox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2560320" y="4297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galeri</a:t>
            </a:r>
            <a:endParaRPr lang="en-US" sz="1100" dirty="0"/>
          </a:p>
        </p:txBody>
      </p:sp>
      <p:sp>
        <p:nvSpPr>
          <p:cNvPr id="33" name="Teknologi Font Awesome"/>
          <p:cNvSpPr/>
          <p:nvPr/>
        </p:nvSpPr>
        <p:spPr>
          <a:xfrm>
            <a:off x="4663440" y="30175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5257800" y="3200400"/>
            <a:ext cx="731520" cy="731520"/>
          </a:xfrm>
          <a:prstGeom prst="ellipse">
            <a:avLst/>
          </a:prstGeom>
          <a:solidFill>
            <a:srgbClr val="339AF0"/>
          </a:solidFill>
          <a:ln w="12700">
            <a:solidFill>
              <a:srgbClr val="339AF0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0680" y="3383280"/>
            <a:ext cx="365760" cy="3657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663440" y="3977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Awesome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4663440" y="4297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Ikon</a:t>
            </a:r>
            <a:endParaRPr lang="en-US" sz="1100" dirty="0"/>
          </a:p>
        </p:txBody>
      </p:sp>
      <p:sp>
        <p:nvSpPr>
          <p:cNvPr id="38" name="Teknologi Git &amp; GitHub"/>
          <p:cNvSpPr/>
          <p:nvPr/>
        </p:nvSpPr>
        <p:spPr>
          <a:xfrm>
            <a:off x="6766560" y="301752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7360920" y="3200400"/>
            <a:ext cx="731520" cy="731520"/>
          </a:xfrm>
          <a:prstGeom prst="ellipse">
            <a:avLst/>
          </a:prstGeom>
          <a:solidFill>
            <a:srgbClr val="24292F"/>
          </a:solidFill>
          <a:ln w="12700">
            <a:solidFill>
              <a:srgbClr val="24292F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3383280"/>
            <a:ext cx="365760" cy="36576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766560" y="3977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6766560" y="4297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</a:t>
            </a:r>
            <a:endParaRPr lang="en-US" sz="1100" dirty="0"/>
          </a:p>
        </p:txBody>
      </p:sp>
      <p:sp>
        <p:nvSpPr>
          <p:cNvPr id="4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GitHub</a:t>
            </a:r>
            <a:endParaRPr lang="en-US" sz="3000" dirty="0"/>
          </a:p>
        </p:txBody>
      </p:sp>
      <p:sp>
        <p:nvSpPr>
          <p:cNvPr id="3" name="Langkah Branch"/>
          <p:cNvSpPr/>
          <p:nvPr/>
        </p:nvSpPr>
        <p:spPr>
          <a:xfrm>
            <a:off x="457200" y="109728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80160"/>
            <a:ext cx="502920" cy="50292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658" y="14058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70432" y="109728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00584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Langkah Commit"/>
          <p:cNvSpPr/>
          <p:nvPr/>
        </p:nvSpPr>
        <p:spPr>
          <a:xfrm>
            <a:off x="2587752" y="109728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697480" y="1280160"/>
            <a:ext cx="502920" cy="50292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210" y="140589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00984" y="109728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496312" y="100584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96312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Langkah Push"/>
          <p:cNvSpPr/>
          <p:nvPr/>
        </p:nvSpPr>
        <p:spPr>
          <a:xfrm>
            <a:off x="4718304" y="109728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828032" y="1280160"/>
            <a:ext cx="502920" cy="50292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762" y="140589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31536" y="109728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626864" y="100584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26864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Langkah Pull Request"/>
          <p:cNvSpPr/>
          <p:nvPr/>
        </p:nvSpPr>
        <p:spPr>
          <a:xfrm>
            <a:off x="6848856" y="109728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958584" y="1280160"/>
            <a:ext cx="502920" cy="502920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4314" y="1405890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562088" y="109728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757416" y="100584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757416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Langkah Review &amp; Komentar"/>
          <p:cNvSpPr/>
          <p:nvPr/>
        </p:nvSpPr>
        <p:spPr>
          <a:xfrm>
            <a:off x="6848856" y="23774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958584" y="2560320"/>
            <a:ext cx="502920" cy="502920"/>
          </a:xfrm>
          <a:prstGeom prst="ellipse">
            <a:avLst/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4314" y="2686050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62088" y="237744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Komentar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757416" y="228600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757416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Langkah Perbaikan"/>
          <p:cNvSpPr/>
          <p:nvPr/>
        </p:nvSpPr>
        <p:spPr>
          <a:xfrm>
            <a:off x="4718304" y="23774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4828032" y="2560320"/>
            <a:ext cx="502920" cy="502920"/>
          </a:xfrm>
          <a:prstGeom prst="ellipse">
            <a:avLst/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762" y="2686050"/>
            <a:ext cx="251460" cy="25146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431536" y="237744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Perbaikan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4626864" y="228600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626864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Langkah Approve"/>
          <p:cNvSpPr/>
          <p:nvPr/>
        </p:nvSpPr>
        <p:spPr>
          <a:xfrm>
            <a:off x="2587752" y="23774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2697480" y="2560320"/>
            <a:ext cx="502920" cy="502920"/>
          </a:xfrm>
          <a:prstGeom prst="ellipse">
            <a:avLst/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3210" y="2686050"/>
            <a:ext cx="251460" cy="25146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3300984" y="237744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300" dirty="0"/>
          </a:p>
        </p:txBody>
      </p:sp>
      <p:sp>
        <p:nvSpPr>
          <p:cNvPr id="43" name="Shape 34"/>
          <p:cNvSpPr/>
          <p:nvPr/>
        </p:nvSpPr>
        <p:spPr>
          <a:xfrm>
            <a:off x="2496312" y="228600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496312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5" name="Langkah Merge ke main"/>
          <p:cNvSpPr/>
          <p:nvPr/>
        </p:nvSpPr>
        <p:spPr>
          <a:xfrm>
            <a:off x="457200" y="23774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37"/>
          <p:cNvSpPr/>
          <p:nvPr/>
        </p:nvSpPr>
        <p:spPr>
          <a:xfrm>
            <a:off x="566928" y="2560320"/>
            <a:ext cx="502920" cy="502920"/>
          </a:xfrm>
          <a:prstGeom prst="ellipse">
            <a:avLst/>
          </a:prstGeom>
          <a:solidFill>
            <a:srgbClr val="0F7F6A"/>
          </a:solidFill>
          <a:ln w="12700">
            <a:solidFill>
              <a:srgbClr val="0F7F6A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658" y="2686050"/>
            <a:ext cx="251460" cy="25146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1170432" y="237744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ke main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365760" y="2286000"/>
            <a:ext cx="274320" cy="27432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36576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1" name="Shape 41"/>
          <p:cNvSpPr/>
          <p:nvPr/>
        </p:nvSpPr>
        <p:spPr>
          <a:xfrm>
            <a:off x="2313432" y="1527048"/>
            <a:ext cx="246888" cy="0"/>
          </a:xfrm>
          <a:prstGeom prst="line">
            <a:avLst/>
          </a:prstGeom>
          <a:noFill/>
          <a:ln w="3175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4443984" y="1527048"/>
            <a:ext cx="246888" cy="0"/>
          </a:xfrm>
          <a:prstGeom prst="line">
            <a:avLst/>
          </a:prstGeom>
          <a:noFill/>
          <a:ln w="3175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3" name="Shape 43"/>
          <p:cNvSpPr/>
          <p:nvPr/>
        </p:nvSpPr>
        <p:spPr>
          <a:xfrm>
            <a:off x="6574536" y="1527048"/>
            <a:ext cx="246888" cy="0"/>
          </a:xfrm>
          <a:prstGeom prst="line">
            <a:avLst/>
          </a:prstGeom>
          <a:noFill/>
          <a:ln w="3175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4" name="Shape 44"/>
          <p:cNvSpPr/>
          <p:nvPr/>
        </p:nvSpPr>
        <p:spPr>
          <a:xfrm>
            <a:off x="7763256" y="1993392"/>
            <a:ext cx="0" cy="347472"/>
          </a:xfrm>
          <a:prstGeom prst="line">
            <a:avLst/>
          </a:prstGeom>
          <a:noFill/>
          <a:ln w="3175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5" name="Shape 45"/>
          <p:cNvSpPr/>
          <p:nvPr/>
        </p:nvSpPr>
        <p:spPr>
          <a:xfrm flipH="1">
            <a:off x="6574536" y="2807208"/>
            <a:ext cx="246888" cy="0"/>
          </a:xfrm>
          <a:prstGeom prst="line">
            <a:avLst/>
          </a:prstGeom>
          <a:noFill/>
          <a:ln w="31750">
            <a:solidFill>
              <a:srgbClr val="E9573F"/>
            </a:solidFill>
            <a:prstDash val="solid"/>
            <a:tailEnd type="triangle"/>
          </a:ln>
        </p:spPr>
      </p:sp>
      <p:sp>
        <p:nvSpPr>
          <p:cNvPr id="56" name="Shape 46"/>
          <p:cNvSpPr/>
          <p:nvPr/>
        </p:nvSpPr>
        <p:spPr>
          <a:xfrm flipH="1">
            <a:off x="4443984" y="2807208"/>
            <a:ext cx="246888" cy="0"/>
          </a:xfrm>
          <a:prstGeom prst="line">
            <a:avLst/>
          </a:prstGeom>
          <a:noFill/>
          <a:ln w="3175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7" name="Shape 47"/>
          <p:cNvSpPr/>
          <p:nvPr/>
        </p:nvSpPr>
        <p:spPr>
          <a:xfrm flipH="1">
            <a:off x="2313432" y="2807208"/>
            <a:ext cx="246888" cy="0"/>
          </a:xfrm>
          <a:prstGeom prst="line">
            <a:avLst/>
          </a:prstGeom>
          <a:noFill/>
          <a:ln w="3175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8" name="Shape 48"/>
          <p:cNvSpPr/>
          <p:nvPr/>
        </p:nvSpPr>
        <p:spPr>
          <a:xfrm>
            <a:off x="5632704" y="3246120"/>
            <a:ext cx="0" cy="201168"/>
          </a:xfrm>
          <a:prstGeom prst="line">
            <a:avLst/>
          </a:prstGeom>
          <a:noFill/>
          <a:ln w="31750">
            <a:solidFill>
              <a:srgbClr val="E9573F"/>
            </a:solidFill>
            <a:prstDash val="solid"/>
          </a:ln>
        </p:spPr>
      </p:sp>
      <p:sp>
        <p:nvSpPr>
          <p:cNvPr id="59" name="Shape 49"/>
          <p:cNvSpPr/>
          <p:nvPr/>
        </p:nvSpPr>
        <p:spPr>
          <a:xfrm>
            <a:off x="5632704" y="3447288"/>
            <a:ext cx="2130552" cy="0"/>
          </a:xfrm>
          <a:prstGeom prst="line">
            <a:avLst/>
          </a:prstGeom>
          <a:noFill/>
          <a:ln w="31750">
            <a:solidFill>
              <a:srgbClr val="E9573F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 flipV="1">
            <a:off x="7763256" y="3246120"/>
            <a:ext cx="0" cy="201168"/>
          </a:xfrm>
          <a:prstGeom prst="line">
            <a:avLst/>
          </a:prstGeom>
          <a:noFill/>
          <a:ln w="31750">
            <a:solidFill>
              <a:srgbClr val="E9573F"/>
            </a:solidFill>
            <a:prstDash val="solid"/>
            <a:tailEnd type="triangle"/>
          </a:ln>
        </p:spPr>
      </p:sp>
      <p:sp>
        <p:nvSpPr>
          <p:cNvPr id="61" name="Text 51"/>
          <p:cNvSpPr txBox="1"/>
          <p:nvPr/>
        </p:nvSpPr>
        <p:spPr>
          <a:xfrm>
            <a:off x="3712464" y="3328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9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Ulangi sampai disetujui</a:t>
            </a:r>
            <a:endParaRPr lang="en-US" sz="1100" dirty="0"/>
          </a:p>
        </p:txBody>
      </p:sp>
      <p:sp>
        <p:nvSpPr>
          <p:cNvPr id="62" name="Placeholder screenshot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FEFEF"/>
          </a:solidFill>
          <a:ln w="19050">
            <a:solidFill>
              <a:srgbClr val="9A9A9A"/>
            </a:solidFill>
            <a:prstDash val="dash"/>
          </a:ln>
        </p:spPr>
      </p:sp>
      <p:pic>
        <p:nvPicPr>
          <p:cNvPr id="6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6270" y="3829507"/>
            <a:ext cx="251460" cy="226314"/>
          </a:xfrm>
          <a:prstGeom prst="rect">
            <a:avLst/>
          </a:prstGeom>
        </p:spPr>
      </p:pic>
      <p:sp>
        <p:nvSpPr>
          <p:cNvPr id="64" name="Text 53"/>
          <p:cNvSpPr txBox="1"/>
          <p:nvPr/>
        </p:nvSpPr>
        <p:spPr>
          <a:xfrm>
            <a:off x="594360" y="4126687"/>
            <a:ext cx="7955280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di GitHub — komentar Reviewer + tombol Approve</a:t>
            </a:r>
            <a:endParaRPr lang="en-US" sz="1100" dirty="0"/>
          </a:p>
        </p:txBody>
      </p:sp>
      <p:sp>
        <p:nvSpPr>
          <p:cNvPr id="65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Tim</a:t>
            </a:r>
            <a:endParaRPr lang="en-US" sz="3000" dirty="0"/>
          </a:p>
        </p:txBody>
      </p:sp>
      <p:sp>
        <p:nvSpPr>
          <p:cNvPr id="3" name="Kontribusi Coder 1"/>
          <p:cNvSpPr/>
          <p:nvPr/>
        </p:nvSpPr>
        <p:spPr>
          <a:xfrm>
            <a:off x="457200" y="1097280"/>
            <a:ext cx="5074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188720"/>
            <a:ext cx="640080" cy="64008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53312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887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087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branch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468880" y="11704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1704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feature/homepage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023360" y="11704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11704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feature/about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426464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1426464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feature/courses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23360" y="1426464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1426464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feature/gallery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468880" y="1682496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1682496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feature/pricing</a:t>
            </a:r>
            <a:endParaRPr lang="en-US" sz="1000" dirty="0"/>
          </a:p>
        </p:txBody>
      </p:sp>
      <p:sp>
        <p:nvSpPr>
          <p:cNvPr id="18" name="Kontribusi Coder 2"/>
          <p:cNvSpPr/>
          <p:nvPr/>
        </p:nvSpPr>
        <p:spPr>
          <a:xfrm>
            <a:off x="457200" y="2011680"/>
            <a:ext cx="5074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66928" y="2103120"/>
            <a:ext cx="640080" cy="640080"/>
          </a:xfrm>
          <a:prstGeom prst="ellipse">
            <a:avLst/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6771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80160" y="21031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2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1280160" y="24231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branch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468880" y="20848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468880" y="20848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feature/navbar-footer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023360" y="20848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23360" y="20848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feature/contact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2468880" y="2340864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468880" y="2340864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feature/posts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023360" y="2340864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2FA4E7"/>
          </a:solidFill>
          <a:ln w="12700">
            <a:solidFill>
              <a:srgbClr val="2FA4E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023360" y="2340864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feature/news</a:t>
            </a:r>
            <a:endParaRPr lang="en-US" sz="1000" dirty="0"/>
          </a:p>
        </p:txBody>
      </p:sp>
      <p:sp>
        <p:nvSpPr>
          <p:cNvPr id="31" name="Kontribusi Reviewer"/>
          <p:cNvSpPr/>
          <p:nvPr/>
        </p:nvSpPr>
        <p:spPr>
          <a:xfrm>
            <a:off x="457200" y="2926080"/>
            <a:ext cx="5074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566928" y="3017520"/>
            <a:ext cx="640080" cy="640080"/>
          </a:xfrm>
          <a:prstGeom prst="ellipse">
            <a:avLst/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18211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280160" y="30175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128016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6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2468880" y="29992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2468880" y="2999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4023360" y="29992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023360" y="2999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Minta perbaikan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2468880" y="3255264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D867B2"/>
          </a:solidFill>
          <a:ln w="12700">
            <a:solidFill>
              <a:srgbClr val="D867B2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2468880" y="3255264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42" name="Kontribusi Dokumentator"/>
          <p:cNvSpPr/>
          <p:nvPr/>
        </p:nvSpPr>
        <p:spPr>
          <a:xfrm>
            <a:off x="457200" y="3840480"/>
            <a:ext cx="5074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566928" y="3931920"/>
            <a:ext cx="640080" cy="640080"/>
          </a:xfrm>
          <a:prstGeom prst="ellipse">
            <a:avLst/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096512"/>
            <a:ext cx="274320" cy="27432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1280160" y="39319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Dokumentator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80160" y="4251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branch</a:t>
            </a:r>
            <a:endParaRPr lang="en-US" sz="1100" dirty="0"/>
          </a:p>
        </p:txBody>
      </p:sp>
      <p:sp>
        <p:nvSpPr>
          <p:cNvPr id="47" name="Shape 41"/>
          <p:cNvSpPr/>
          <p:nvPr/>
        </p:nvSpPr>
        <p:spPr>
          <a:xfrm>
            <a:off x="2468880" y="39136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2468880" y="39136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docs/readme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4023360" y="3913632"/>
            <a:ext cx="1481328" cy="228600"/>
          </a:xfrm>
          <a:prstGeom prst="roundRect">
            <a:avLst>
              <a:gd name="adj" fmla="val 56000"/>
            </a:avLst>
          </a:prstGeom>
          <a:solidFill>
            <a:srgbClr val="E9573F"/>
          </a:solidFill>
          <a:ln w="12700">
            <a:solidFill>
              <a:srgbClr val="E9573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4023360" y="39136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</a:t>
            </a:r>
            <a:endParaRPr lang="en-US" sz="1000" dirty="0"/>
          </a:p>
        </p:txBody>
      </p:sp>
      <p:sp>
        <p:nvSpPr>
          <p:cNvPr id="51" name="Placeholder screenshot"/>
          <p:cNvSpPr/>
          <p:nvPr/>
        </p:nvSpPr>
        <p:spPr>
          <a:xfrm>
            <a:off x="5760720" y="1097280"/>
            <a:ext cx="2926080" cy="3566160"/>
          </a:xfrm>
          <a:prstGeom prst="roundRect">
            <a:avLst>
              <a:gd name="adj" fmla="val 3750"/>
            </a:avLst>
          </a:prstGeom>
          <a:solidFill>
            <a:srgbClr val="EFEFEF"/>
          </a:solidFill>
          <a:ln w="19050">
            <a:solidFill>
              <a:srgbClr val="9A9A9A"/>
            </a:solidFill>
            <a:prstDash val="dash"/>
          </a:ln>
        </p:spPr>
      </p:sp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2202790"/>
            <a:ext cx="457200" cy="411480"/>
          </a:xfrm>
          <a:prstGeom prst="rect">
            <a:avLst/>
          </a:prstGeom>
        </p:spPr>
      </p:pic>
      <p:sp>
        <p:nvSpPr>
          <p:cNvPr id="53" name="Text 46"/>
          <p:cNvSpPr txBox="1"/>
          <p:nvPr/>
        </p:nvSpPr>
        <p:spPr>
          <a:xfrm>
            <a:off x="5897880" y="2705710"/>
            <a:ext cx="2651760" cy="186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di GitHub — komentar Reviewer + tombol Approve</a:t>
            </a:r>
            <a:endParaRPr lang="en-US" sz="1100" dirty="0"/>
          </a:p>
        </p:txBody>
      </p:sp>
      <p:sp>
        <p:nvSpPr>
          <p:cNvPr id="54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Website</a:t>
            </a:r>
            <a:endParaRPr lang="en-US" sz="3000" dirty="0"/>
          </a:p>
        </p:txBody>
      </p:sp>
      <p:sp>
        <p:nvSpPr>
          <p:cNvPr id="3" name="Placeholder screenshot"/>
          <p:cNvSpPr/>
          <p:nvPr/>
        </p:nvSpPr>
        <p:spPr>
          <a:xfrm>
            <a:off x="457200" y="109728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EFEFEF"/>
          </a:solidFill>
          <a:ln w="19050">
            <a:solidFill>
              <a:srgbClr val="9A9A9A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2202790"/>
            <a:ext cx="45720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705710"/>
            <a:ext cx="4663440" cy="186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Beranda (index.html) — tampilkan slider + bagian "Kursus Unggulan Kami", lebar layar penuh</a:t>
            </a:r>
            <a:endParaRPr lang="en-US" sz="1100" dirty="0"/>
          </a:p>
        </p:txBody>
      </p:sp>
      <p:sp>
        <p:nvSpPr>
          <p:cNvPr id="6" name="Placeholder screenshot"/>
          <p:cNvSpPr/>
          <p:nvPr/>
        </p:nvSpPr>
        <p:spPr>
          <a:xfrm>
            <a:off x="5577840" y="1097280"/>
            <a:ext cx="3108960" cy="1691640"/>
          </a:xfrm>
          <a:prstGeom prst="roundRect">
            <a:avLst>
              <a:gd name="adj" fmla="val 6486"/>
            </a:avLst>
          </a:prstGeom>
          <a:solidFill>
            <a:srgbClr val="EFEFEF"/>
          </a:solidFill>
          <a:ln w="19050">
            <a:solidFill>
              <a:srgbClr val="9A9A9A"/>
            </a:solidFill>
            <a:prstDash val="dash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865" y="1232611"/>
            <a:ext cx="422910" cy="38061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715000" y="1701241"/>
            <a:ext cx="2834640" cy="996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Harga — 4 kartu paket</a:t>
            </a:r>
            <a:endParaRPr lang="en-US" sz="1100" dirty="0"/>
          </a:p>
        </p:txBody>
      </p:sp>
      <p:sp>
        <p:nvSpPr>
          <p:cNvPr id="9" name="Placeholder screenshot"/>
          <p:cNvSpPr/>
          <p:nvPr/>
        </p:nvSpPr>
        <p:spPr>
          <a:xfrm>
            <a:off x="5577840" y="2971800"/>
            <a:ext cx="3108960" cy="1691640"/>
          </a:xfrm>
          <a:prstGeom prst="roundRect">
            <a:avLst>
              <a:gd name="adj" fmla="val 6486"/>
            </a:avLst>
          </a:prstGeom>
          <a:solidFill>
            <a:srgbClr val="EFEFEF"/>
          </a:solidFill>
          <a:ln w="19050">
            <a:solidFill>
              <a:srgbClr val="9A9A9A"/>
            </a:solidFill>
            <a:prstDash val="dash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865" y="3107131"/>
            <a:ext cx="422910" cy="38061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715000" y="3575761"/>
            <a:ext cx="2834640" cy="996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mobile (lebar 375px)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boraya/01.Personal/02.Boraya/05.Code/JendEdu/img/slides/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3383280"/>
            <a:ext cx="9144000" cy="17602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383280"/>
            <a:ext cx="9144000" cy="1760220"/>
          </a:xfrm>
          <a:prstGeom prst="rect">
            <a:avLst/>
          </a:prstGeom>
          <a:solidFill>
            <a:srgbClr val="0F7F6A">
              <a:alpha val="65000"/>
            </a:srgbClr>
          </a:solidFill>
          <a:ln w="12700">
            <a:solidFill>
              <a:srgbClr val="0F7F6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3749040" y="411480"/>
            <a:ext cx="1645920" cy="64008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/home/boraya/01.Personal/02.Boraya/05.Code/JendEdu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521208"/>
            <a:ext cx="1371600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6000" dirty="0"/>
          </a:p>
        </p:txBody>
      </p:sp>
      <p:sp>
        <p:nvSpPr>
          <p:cNvPr id="7" name="Shape 3"/>
          <p:cNvSpPr/>
          <p:nvPr/>
        </p:nvSpPr>
        <p:spPr>
          <a:xfrm>
            <a:off x="3200400" y="22860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61B331"/>
          </a:solidFill>
          <a:ln w="12700">
            <a:solidFill>
              <a:srgbClr val="61B33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2286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Jawab (Q&amp;A)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2377440" y="3703320"/>
            <a:ext cx="438912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38404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108960" y="3703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github.com/username-1/JendEdu</a:t>
            </a:r>
            <a:endParaRPr lang="en-US" sz="16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endEdu">
  <a:themeElements>
    <a:clrScheme name="JendEdu">
      <a:dk1>
        <a:srgbClr val="333333"/>
      </a:dk1>
      <a:lt1>
        <a:srgbClr val="FFFFFF"/>
      </a:lt1>
      <a:dk2>
        <a:srgbClr val="11967C"/>
      </a:dk2>
      <a:lt2>
        <a:srgbClr val="EFEFEF"/>
      </a:lt2>
      <a:accent1>
        <a:srgbClr val="14A085"/>
      </a:accent1>
      <a:accent2>
        <a:srgbClr val="61B331"/>
      </a:accent2>
      <a:accent3>
        <a:srgbClr val="E9573F"/>
      </a:accent3>
      <a:accent4>
        <a:srgbClr val="D867B2"/>
      </a:accent4>
      <a:accent5>
        <a:srgbClr val="2FA4E7"/>
      </a:accent5>
      <a:accent6>
        <a:srgbClr val="11967C"/>
      </a:accent6>
      <a:hlink>
        <a:srgbClr val="2FA4E7"/>
      </a:hlink>
      <a:folHlink>
        <a:srgbClr val="D867B2"/>
      </a:folHlink>
    </a:clrScheme>
    <a:fontScheme name="JendEdu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JendEdu - Presentasi</dc:title>
  <dc:subject>PptxGenJS Presentation</dc:subject>
  <dc:creator>Tim JendEdu</dc:creator>
  <cp:lastModifiedBy>Tim JendEdu</cp:lastModifiedBy>
  <cp:revision>1</cp:revision>
  <dcterms:created xsi:type="dcterms:W3CDTF">2026-10-20T20:21:00Z</dcterms:created>
  <dcterms:modified xsi:type="dcterms:W3CDTF">2026-10-20T20:21:00Z</dcterms:modified>
</cp:coreProperties>
</file>